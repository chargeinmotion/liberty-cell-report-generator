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5.xml" ContentType="application/vnd.openxmlformats-officedocument.presentationml.slideMaster+xml"/>
  <Override PartName="/ppt/slideMasters/slideMaster37.xml" ContentType="application/vnd.openxmlformats-officedocument.presentationml.slideMaster+xml"/>
  <Override PartName="/ppt/slideMasters/slideMaster49.xml" ContentType="application/vnd.openxmlformats-officedocument.presentationml.slideMaster+xml"/>
  <Override PartName="/ppt/slideMasters/slideMaster61.xml" ContentType="application/vnd.openxmlformats-officedocument.presentationml.slideMaster+xml"/>
  <Override PartName="/ppt/slideMasters/slideMaster13.xml" ContentType="application/vnd.openxmlformats-officedocument.presentationml.slideMaster+xml"/>
  <Override PartName="/ppt/slideMasters/slideMaster73.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slideLayouts/slideLayout56.xml" ContentType="application/vnd.openxmlformats-officedocument.presentationml.slideLayout+xml"/>
  <Override PartName="/ppt/slideLayouts/slideLayout55.xml" ContentType="application/vnd.openxmlformats-officedocument.presentationml.slideLayout+xml"/>
  <Override PartName="/ppt/slideLayouts/slideLayout54.xml" ContentType="application/vnd.openxmlformats-officedocument.presentationml.slideLayout+xml"/>
  <Override PartName="/ppt/slideLayouts/slideLayout53.xml" ContentType="application/vnd.openxmlformats-officedocument.presentationml.slideLayout+xml"/>
  <Override PartName="/ppt/slideLayouts/slideLayout43.xml" ContentType="application/vnd.openxmlformats-officedocument.presentationml.slideLayout+xml"/>
  <Override PartName="/ppt/slideLayouts/slideLayout42.xml" ContentType="application/vnd.openxmlformats-officedocument.presentationml.slideLayout+xml"/>
  <Override PartName="/ppt/slideLayouts/slideLayout40.xml" ContentType="application/vnd.openxmlformats-officedocument.presentationml.slideLayout+xml"/>
  <Override PartName="/ppt/slideLayouts/slideLayout37.xml" ContentType="application/vnd.openxmlformats-officedocument.presentationml.slideLayout+xml"/>
  <Override PartName="/ppt/slideLayouts/slideLayout36.xml" ContentType="application/vnd.openxmlformats-officedocument.presentationml.slideLayout+xml"/>
  <Override PartName="/ppt/slideLayouts/slideLayout35.xml" ContentType="application/vnd.openxmlformats-officedocument.presentationml.slideLayout+xml"/>
  <Override PartName="/ppt/slideLayouts/slideLayout34.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51.xml" ContentType="application/vnd.openxmlformats-officedocument.presentationml.slideLayout+xml"/>
  <Override PartName="/ppt/slideLayouts/slideLayout31.xml" ContentType="application/vnd.openxmlformats-officedocument.presentationml.slideLayout+xml"/>
  <Override PartName="/ppt/slideLayouts/slideLayout18.xml" ContentType="application/vnd.openxmlformats-officedocument.presentationml.slideLayout+xml"/>
  <Override PartName="/ppt/slideLayouts/slideLayout57.xml" ContentType="application/vnd.openxmlformats-officedocument.presentationml.slideLayout+xml"/>
  <Override PartName="/ppt/slideLayouts/slideLayout66.xml" ContentType="application/vnd.openxmlformats-officedocument.presentationml.slideLayout+xml"/>
  <Override PartName="/ppt/slideLayouts/slideLayout41.xml" ContentType="application/vnd.openxmlformats-officedocument.presentationml.slideLayout+xml"/>
  <Override PartName="/ppt/slideLayouts/slideLayout65.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4.xml" ContentType="application/vnd.openxmlformats-officedocument.presentationml.slideLayout+xml"/>
  <Override PartName="/ppt/slideLayouts/slideLayout60.xml" ContentType="application/vnd.openxmlformats-officedocument.presentationml.slideLayout+xml"/>
  <Override PartName="/ppt/slideLayouts/slideLayout27.xml" ContentType="application/vnd.openxmlformats-officedocument.presentationml.slideLayout+xml"/>
  <Override PartName="/ppt/slideLayouts/slideLayout14.xml" ContentType="application/vnd.openxmlformats-officedocument.presentationml.slideLayout+xml"/>
  <Override PartName="/ppt/slideLayouts/slideLayout78.xml" ContentType="application/vnd.openxmlformats-officedocument.presentationml.slideLayout+xml"/>
  <Override PartName="/ppt/slideLayouts/slideLayout67.xml" ContentType="application/vnd.openxmlformats-officedocument.presentationml.slideLayout+xml"/>
  <Override PartName="/ppt/slideLayouts/slideLayout63.xml" ContentType="application/vnd.openxmlformats-officedocument.presentationml.slideLayout+xml"/>
  <Override PartName="/ppt/slideLayouts/slideLayout1.xml" ContentType="application/vnd.openxmlformats-officedocument.presentationml.slideLayout+xml"/>
  <Override PartName="/ppt/slideLayouts/slideLayout52.xml" ContentType="application/vnd.openxmlformats-officedocument.presentationml.slideLayout+xml"/>
  <Override PartName="/ppt/slideLayouts/slideLayout75.xml" ContentType="application/vnd.openxmlformats-officedocument.presentationml.slideLayout+xml"/>
  <Override PartName="/ppt/slideLayouts/slideLayout58.xml" ContentType="application/vnd.openxmlformats-officedocument.presentationml.slideLayout+xml"/>
  <Override PartName="/ppt/slideLayouts/slideLayout38.xml" ContentType="application/vnd.openxmlformats-officedocument.presentationml.slideLayout+xml"/>
  <Override PartName="/ppt/slideLayouts/slideLayout19.xml" ContentType="application/vnd.openxmlformats-officedocument.presentationml.slideLayout+xml"/>
  <Override PartName="/ppt/slideLayouts/slideLayout73.xml" ContentType="application/vnd.openxmlformats-officedocument.presentationml.slideLayout+xml"/>
  <Override PartName="/ppt/slideLayouts/slideLayout44.xml" ContentType="application/vnd.openxmlformats-officedocument.presentationml.slideLayout+xml"/>
  <Override PartName="/ppt/slideLayouts/slideLayout17.xml" ContentType="application/vnd.openxmlformats-officedocument.presentationml.slideLayout+xml"/>
  <Override PartName="/ppt/slideLayouts/slideLayout71.xml" ContentType="application/vnd.openxmlformats-officedocument.presentationml.slideLayout+xml"/>
  <Override PartName="/ppt/slideLayouts/slideLayout77.xml" ContentType="application/vnd.openxmlformats-officedocument.presentationml.slideLayout+xml"/>
  <Override PartName="/ppt/slideLayouts/slideLayout59.xml" ContentType="application/vnd.openxmlformats-officedocument.presentationml.slideLayout+xml"/>
  <Override PartName="/ppt/slideLayouts/slideLayout46.xml" ContentType="application/vnd.openxmlformats-officedocument.presentationml.slideLayout+xml"/>
  <Override PartName="/ppt/slideLayouts/slideLayout68.xml" ContentType="application/vnd.openxmlformats-officedocument.presentationml.slideLayout+xml"/>
  <Override PartName="/ppt/slideLayouts/slideLayout84.xml" ContentType="application/vnd.openxmlformats-officedocument.presentationml.slideLayout+xml"/>
  <Override PartName="/ppt/slideLayouts/slideLayout76.xml" ContentType="application/vnd.openxmlformats-officedocument.presentationml.slideLayout+xml"/>
  <Override PartName="/ppt/slideLayouts/slideLayout81.xml" ContentType="application/vnd.openxmlformats-officedocument.presentationml.slideLayout+xml"/>
  <Override PartName="/ppt/slideLayouts/slideLayout3.xml" ContentType="application/vnd.openxmlformats-officedocument.presentationml.slideLayout+xml"/>
  <Override PartName="/ppt/slideLayouts/slideLayout26.xml" ContentType="application/vnd.openxmlformats-officedocument.presentationml.slideLayout+xml"/>
  <Override PartName="/ppt/slideLayouts/slideLayout83.xml" ContentType="application/vnd.openxmlformats-officedocument.presentationml.slideLayout+xml"/>
  <Override PartName="/ppt/slideLayouts/slideLayout29.xml" ContentType="application/vnd.openxmlformats-officedocument.presentationml.slideLayout+xml"/>
  <Override PartName="/ppt/slideLayouts/slideLayout80.xml" ContentType="application/vnd.openxmlformats-officedocument.presentationml.slideLayout+xml"/>
  <Override PartName="/ppt/slideLayouts/slideLayout24.xml" ContentType="application/vnd.openxmlformats-officedocument.presentationml.slideLayout+xml"/>
  <Override PartName="/ppt/slideLayouts/slideLayout12.xml" ContentType="application/vnd.openxmlformats-officedocument.presentationml.slideLayout+xml"/>
  <Override PartName="/ppt/slideLayouts/slideLayout72.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30.xml" ContentType="application/vnd.openxmlformats-officedocument.presentationml.slideLayout+xml"/>
  <Override PartName="/ppt/slideLayouts/slideLayout69.xml" ContentType="application/vnd.openxmlformats-officedocument.presentationml.slideLayout+xml"/>
  <Override PartName="/ppt/slideLayouts/slideLayout39.xml" ContentType="application/vnd.openxmlformats-officedocument.presentationml.slideLayout+xml"/>
  <Override PartName="/ppt/slideLayouts/slideLayout25.xml" ContentType="application/vnd.openxmlformats-officedocument.presentationml.slideLayout+xml"/>
  <Override PartName="/ppt/slideLayouts/slideLayout49.xml" ContentType="application/vnd.openxmlformats-officedocument.presentationml.slideLayout+xml"/>
  <Override PartName="/ppt/slideLayouts/slideLayout45.xml" ContentType="application/vnd.openxmlformats-officedocument.presentationml.slideLayout+xml"/>
  <Override PartName="/ppt/slideLayouts/slideLayout4.xml" ContentType="application/vnd.openxmlformats-officedocument.presentationml.slideLayout+xml"/>
  <Override PartName="/ppt/slideLayouts/slideLayout20.xml" ContentType="application/vnd.openxmlformats-officedocument.presentationml.slideLayout+xml"/>
  <Override PartName="/ppt/slideLayouts/slideLayout50.xml" ContentType="application/vnd.openxmlformats-officedocument.presentationml.slideLayout+xml"/>
  <Override PartName="/ppt/slideLayouts/slideLayout7.xml" ContentType="application/vnd.openxmlformats-officedocument.presentationml.slideLayout+xml"/>
  <Override PartName="/ppt/slideLayouts/slideLayout5.xml" ContentType="application/vnd.openxmlformats-officedocument.presentationml.slideLayout+xml"/>
  <Override PartName="/ppt/slideLayouts/slideLayout2.xml" ContentType="application/vnd.openxmlformats-officedocument.presentationml.slideLayout+xml"/>
  <Override PartName="/ppt/slideLayouts/slideLayout10.xml" ContentType="application/vnd.openxmlformats-officedocument.presentationml.slideLayout+xml"/>
  <Override PartName="/ppt/slideLayouts/slideLayout22.xml" ContentType="application/vnd.openxmlformats-officedocument.presentationml.slideLayout+xml"/>
  <Override PartName="/ppt/slideLayouts/slideLayout47.xml" ContentType="application/vnd.openxmlformats-officedocument.presentationml.slideLayout+xml"/>
  <Override PartName="/ppt/slideLayouts/slideLayout21.xml" ContentType="application/vnd.openxmlformats-officedocument.presentationml.slideLayout+xml"/>
  <Override PartName="/ppt/slideLayouts/slideLayout79.xml" ContentType="application/vnd.openxmlformats-officedocument.presentationml.slideLayout+xml"/>
  <Override PartName="/ppt/slideLayouts/slideLayout74.xml" ContentType="application/vnd.openxmlformats-officedocument.presentationml.slideLayout+xml"/>
  <Override PartName="/ppt/slideLayouts/slideLayout28.xml" ContentType="application/vnd.openxmlformats-officedocument.presentationml.slideLayout+xml"/>
  <Override PartName="/ppt/slideLayouts/slideLayout6.xml" ContentType="application/vnd.openxmlformats-officedocument.presentationml.slideLayout+xml"/>
  <Override PartName="/ppt/slideLayouts/slideLayout82.xml" ContentType="application/vnd.openxmlformats-officedocument.presentationml.slideLayout+xml"/>
  <Override PartName="/ppt/slideLayouts/slideLayout11.xml" ContentType="application/vnd.openxmlformats-officedocument.presentationml.slideLayout+xml"/>
  <Override PartName="/ppt/slideLayouts/slideLayout23.xml" ContentType="application/vnd.openxmlformats-officedocument.presentationml.slideLayout+xml"/>
  <Override PartName="/ppt/slideLayouts/slideLayout70.xml" ContentType="application/vnd.openxmlformats-officedocument.presentationml.slideLayout+xml"/>
  <Override PartName="/ppt/slideLayouts/slideLayout48.xml" ContentType="application/vnd.openxmlformats-officedocument.presentationml.slideLayout+xml"/>
  <Override PartName="/ppt/slideLayouts/slideLayout8.xml" ContentType="application/vnd.openxmlformats-officedocument.presentationml.slideLayout+xml"/>
  <Override PartName="/ppt/presProps.xml" ContentType="application/vnd.openxmlformats-officedocument.presentationml.presProps+xml"/>
  <Override PartName="/ppt/slides/slide29.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5.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slides/slide31.xml" ContentType="application/vnd.openxmlformats-officedocument.presentationml.slide+xml"/>
  <Override PartName="/ppt/slides/slide24.xml" ContentType="application/vnd.openxmlformats-officedocument.presentationml.slide+xml"/>
  <Override PartName="/ppt/slides/slide32.xml" ContentType="application/vnd.openxmlformats-officedocument.presentationml.slide+xml"/>
  <Override PartName="/ppt/slides/slide34.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6.xml" ContentType="application/vnd.openxmlformats-officedocument.presentationml.slide+xml"/>
  <Override PartName="/ppt/slides/slide18.xml" ContentType="application/vnd.openxmlformats-officedocument.presentationml.slide+xml"/>
  <Override PartName="/ppt/slides/slide33.xml" ContentType="application/vnd.openxmlformats-officedocument.presentationml.slide+xml"/>
  <Override PartName="/ppt/slides/slide1.xml" ContentType="application/vnd.openxmlformats-officedocument.presentationml.slide+xml"/>
  <Override PartName="/ppt/slides/slide37.xml" ContentType="application/vnd.openxmlformats-officedocument.presentationml.slide+xml"/>
  <Override PartName="/ppt/slides/slide19.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28.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3.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 id="2147483713" r:id="rId7"/>
    <p:sldMasterId id="2147483726" r:id="rId8"/>
  </p:sld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Lst>
  <p:sldSz cx="12192000" cy="68580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13.xml"/><Relationship Id="rId4" Type="http://schemas.openxmlformats.org/officeDocument/2006/relationships/slideMaster" Target="slideMasters/slideMaster25.xml"/><Relationship Id="rId5" Type="http://schemas.openxmlformats.org/officeDocument/2006/relationships/slideMaster" Target="slideMasters/slideMaster37.xml"/><Relationship Id="rId6" Type="http://schemas.openxmlformats.org/officeDocument/2006/relationships/slideMaster" Target="slideMasters/slideMaster49.xml"/><Relationship Id="rId7" Type="http://schemas.openxmlformats.org/officeDocument/2006/relationships/slideMaster" Target="slideMasters/slideMaster61.xml"/><Relationship Id="rId8" Type="http://schemas.openxmlformats.org/officeDocument/2006/relationships/slideMaster" Target="slideMasters/slideMaster73.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pn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pn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png"/>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png"/>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png"/>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png"/>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png"/>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png"/>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png"/>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png"/>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png"/>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png"/>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1.png"/>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1.png"/>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1.png"/>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1.png"/>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1.png"/>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1.png"/>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1.png"/>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1.png"/>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1.png"/>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1.png"/>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1.png"/>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1.png"/>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37.xml"/><Relationship Id="rId2" Type="http://schemas.openxmlformats.org/officeDocument/2006/relationships/image" Target="../media/image1.png"/>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37.xml"/><Relationship Id="rId2" Type="http://schemas.openxmlformats.org/officeDocument/2006/relationships/image" Target="../media/image1.png"/>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37.xml"/><Relationship Id="rId2" Type="http://schemas.openxmlformats.org/officeDocument/2006/relationships/image" Target="../media/image1.png"/>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37.xml"/><Relationship Id="rId2" Type="http://schemas.openxmlformats.org/officeDocument/2006/relationships/image" Target="../media/image1.png"/>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37.xml"/><Relationship Id="rId2" Type="http://schemas.openxmlformats.org/officeDocument/2006/relationships/image" Target="../media/image1.png"/>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37.xml"/><Relationship Id="rId2" Type="http://schemas.openxmlformats.org/officeDocument/2006/relationships/image" Target="../media/image1.png"/>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37.xml"/><Relationship Id="rId2" Type="http://schemas.openxmlformats.org/officeDocument/2006/relationships/image" Target="../media/image1.png"/>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37.xml"/><Relationship Id="rId2" Type="http://schemas.openxmlformats.org/officeDocument/2006/relationships/image" Target="../media/image1.png"/>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37.xml"/><Relationship Id="rId2" Type="http://schemas.openxmlformats.org/officeDocument/2006/relationships/image" Target="../media/image1.png"/>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37.xml"/><Relationship Id="rId2" Type="http://schemas.openxmlformats.org/officeDocument/2006/relationships/image" Target="../media/image1.png"/>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37.xml"/><Relationship Id="rId2" Type="http://schemas.openxmlformats.org/officeDocument/2006/relationships/image" Target="../media/image1.png"/>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37.xml"/><Relationship Id="rId2" Type="http://schemas.openxmlformats.org/officeDocument/2006/relationships/image" Target="../media/image1.png"/>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49.xml"/><Relationship Id="rId2" Type="http://schemas.openxmlformats.org/officeDocument/2006/relationships/image" Target="../media/image1.png"/>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49.xml"/><Relationship Id="rId2" Type="http://schemas.openxmlformats.org/officeDocument/2006/relationships/image" Target="../media/image1.png"/>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49.xml"/><Relationship Id="rId2" Type="http://schemas.openxmlformats.org/officeDocument/2006/relationships/image" Target="../media/image1.png"/>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49.xml"/><Relationship Id="rId2" Type="http://schemas.openxmlformats.org/officeDocument/2006/relationships/image" Target="../media/image1.png"/>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49.xml"/><Relationship Id="rId2" Type="http://schemas.openxmlformats.org/officeDocument/2006/relationships/image" Target="../media/image1.png"/>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49.xml"/><Relationship Id="rId2" Type="http://schemas.openxmlformats.org/officeDocument/2006/relationships/image" Target="../media/image1.png"/>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49.xml"/><Relationship Id="rId2" Type="http://schemas.openxmlformats.org/officeDocument/2006/relationships/image" Target="../media/image1.png"/>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49.xml"/><Relationship Id="rId2" Type="http://schemas.openxmlformats.org/officeDocument/2006/relationships/image" Target="../media/image1.png"/>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49.xml"/><Relationship Id="rId2" Type="http://schemas.openxmlformats.org/officeDocument/2006/relationships/image" Target="../media/image1.png"/>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49.xml"/><Relationship Id="rId2" Type="http://schemas.openxmlformats.org/officeDocument/2006/relationships/image" Target="../media/image1.png"/>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49.xml"/><Relationship Id="rId2" Type="http://schemas.openxmlformats.org/officeDocument/2006/relationships/image" Target="../media/image1.png"/>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49.xml"/><Relationship Id="rId2" Type="http://schemas.openxmlformats.org/officeDocument/2006/relationships/image" Target="../media/image1.png"/>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1.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1.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1.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1.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1.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1.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1.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1.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1.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61.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61.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61.xml"/>
</Relationships>
</file>

<file path=ppt/slideLayouts/_rels/slideLayout73.xml.rels><?xml version="1.0" encoding="UTF-8"?>
<Relationships xmlns="http://schemas.openxmlformats.org/package/2006/relationships"><Relationship Id="rId1" Type="http://schemas.openxmlformats.org/officeDocument/2006/relationships/slideMaster" Target="../slideMasters/slideMaster73.xml"/><Relationship Id="rId2" Type="http://schemas.openxmlformats.org/officeDocument/2006/relationships/image" Target="../media/image1.png"/>
</Relationships>
</file>

<file path=ppt/slideLayouts/_rels/slideLayout74.xml.rels><?xml version="1.0" encoding="UTF-8"?>
<Relationships xmlns="http://schemas.openxmlformats.org/package/2006/relationships"><Relationship Id="rId1" Type="http://schemas.openxmlformats.org/officeDocument/2006/relationships/slideMaster" Target="../slideMasters/slideMaster73.xml"/><Relationship Id="rId2" Type="http://schemas.openxmlformats.org/officeDocument/2006/relationships/image" Target="../media/image1.png"/>
</Relationships>
</file>

<file path=ppt/slideLayouts/_rels/slideLayout75.xml.rels><?xml version="1.0" encoding="UTF-8"?>
<Relationships xmlns="http://schemas.openxmlformats.org/package/2006/relationships"><Relationship Id="rId1" Type="http://schemas.openxmlformats.org/officeDocument/2006/relationships/slideMaster" Target="../slideMasters/slideMaster73.xml"/><Relationship Id="rId2" Type="http://schemas.openxmlformats.org/officeDocument/2006/relationships/image" Target="../media/image1.png"/>
</Relationships>
</file>

<file path=ppt/slideLayouts/_rels/slideLayout76.xml.rels><?xml version="1.0" encoding="UTF-8"?>
<Relationships xmlns="http://schemas.openxmlformats.org/package/2006/relationships"><Relationship Id="rId1" Type="http://schemas.openxmlformats.org/officeDocument/2006/relationships/slideMaster" Target="../slideMasters/slideMaster73.xml"/><Relationship Id="rId2" Type="http://schemas.openxmlformats.org/officeDocument/2006/relationships/image" Target="../media/image1.png"/>
</Relationships>
</file>

<file path=ppt/slideLayouts/_rels/slideLayout77.xml.rels><?xml version="1.0" encoding="UTF-8"?>
<Relationships xmlns="http://schemas.openxmlformats.org/package/2006/relationships"><Relationship Id="rId1" Type="http://schemas.openxmlformats.org/officeDocument/2006/relationships/slideMaster" Target="../slideMasters/slideMaster73.xml"/><Relationship Id="rId2" Type="http://schemas.openxmlformats.org/officeDocument/2006/relationships/image" Target="../media/image1.png"/>
</Relationships>
</file>

<file path=ppt/slideLayouts/_rels/slideLayout78.xml.rels><?xml version="1.0" encoding="UTF-8"?>
<Relationships xmlns="http://schemas.openxmlformats.org/package/2006/relationships"><Relationship Id="rId1" Type="http://schemas.openxmlformats.org/officeDocument/2006/relationships/slideMaster" Target="../slideMasters/slideMaster73.xml"/><Relationship Id="rId2" Type="http://schemas.openxmlformats.org/officeDocument/2006/relationships/image" Target="../media/image1.png"/>
</Relationships>
</file>

<file path=ppt/slideLayouts/_rels/slideLayout79.xml.rels><?xml version="1.0" encoding="UTF-8"?>
<Relationships xmlns="http://schemas.openxmlformats.org/package/2006/relationships"><Relationship Id="rId1" Type="http://schemas.openxmlformats.org/officeDocument/2006/relationships/slideMaster" Target="../slideMasters/slideMaster73.xml"/><Relationship Id="rId2" Type="http://schemas.openxmlformats.org/officeDocument/2006/relationships/image" Target="../media/image1.png"/>
</Relationships>
</file>

<file path=ppt/slideLayouts/_rels/slideLayout80.xml.rels><?xml version="1.0" encoding="UTF-8"?>
<Relationships xmlns="http://schemas.openxmlformats.org/package/2006/relationships"><Relationship Id="rId1" Type="http://schemas.openxmlformats.org/officeDocument/2006/relationships/slideMaster" Target="../slideMasters/slideMaster73.xml"/><Relationship Id="rId2" Type="http://schemas.openxmlformats.org/officeDocument/2006/relationships/image" Target="../media/image1.png"/>
</Relationships>
</file>

<file path=ppt/slideLayouts/_rels/slideLayout81.xml.rels><?xml version="1.0" encoding="UTF-8"?>
<Relationships xmlns="http://schemas.openxmlformats.org/package/2006/relationships"><Relationship Id="rId1" Type="http://schemas.openxmlformats.org/officeDocument/2006/relationships/slideMaster" Target="../slideMasters/slideMaster73.xml"/><Relationship Id="rId2" Type="http://schemas.openxmlformats.org/officeDocument/2006/relationships/image" Target="../media/image1.png"/>
</Relationships>
</file>

<file path=ppt/slideLayouts/_rels/slideLayout82.xml.rels><?xml version="1.0" encoding="UTF-8"?>
<Relationships xmlns="http://schemas.openxmlformats.org/package/2006/relationships"><Relationship Id="rId1" Type="http://schemas.openxmlformats.org/officeDocument/2006/relationships/slideMaster" Target="../slideMasters/slideMaster73.xml"/><Relationship Id="rId2" Type="http://schemas.openxmlformats.org/officeDocument/2006/relationships/image" Target="../media/image1.png"/>
</Relationships>
</file>

<file path=ppt/slideLayouts/_rels/slideLayout83.xml.rels><?xml version="1.0" encoding="UTF-8"?>
<Relationships xmlns="http://schemas.openxmlformats.org/package/2006/relationships"><Relationship Id="rId1" Type="http://schemas.openxmlformats.org/officeDocument/2006/relationships/slideMaster" Target="../slideMasters/slideMaster73.xml"/><Relationship Id="rId2" Type="http://schemas.openxmlformats.org/officeDocument/2006/relationships/image" Target="../media/image1.png"/>
</Relationships>
</file>

<file path=ppt/slideLayouts/_rels/slideLayout84.xml.rels><?xml version="1.0" encoding="UTF-8"?>
<Relationships xmlns="http://schemas.openxmlformats.org/package/2006/relationships"><Relationship Id="rId1" Type="http://schemas.openxmlformats.org/officeDocument/2006/relationships/slideMaster" Target="../slideMasters/slideMaster73.xml"/><Relationship Id="rId2" Type="http://schemas.openxmlformats.org/officeDocument/2006/relationships/image" Target="../media/image1.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Title Content and 2 Content">
    <p:bg>
      <p:bgPr>
        <a:solidFill>
          <a:srgbClr val="212121"/>
        </a:solidFill>
      </p:bgPr>
    </p:bg>
    <p:spTree>
      <p:nvGrpSpPr>
        <p:cNvPr id="1" name=""/>
        <p:cNvGrpSpPr/>
        <p:nvPr/>
      </p:nvGrpSpPr>
      <p:grpSpPr>
        <a:xfrm>
          <a:off x="0" y="0"/>
          <a:ext cx="0" cy="0"/>
          <a:chOff x="0" y="0"/>
          <a:chExt cx="0" cy="0"/>
        </a:xfrm>
      </p:grpSpPr>
      <p:sp>
        <p:nvSpPr>
          <p:cNvPr id="2" name="CustomShape 1"/>
          <p:cNvSpPr/>
          <p:nvPr/>
        </p:nvSpPr>
        <p:spPr>
          <a:xfrm>
            <a:off x="0" y="-3240"/>
            <a:ext cx="12191040" cy="5202720"/>
          </a:xfrm>
          <a:custGeom>
            <a:avLst/>
            <a:gdLst>
              <a:gd name="textAreaLeft" fmla="*/ 0 w 12191040"/>
              <a:gd name="textAreaRight" fmla="*/ 12191400 w 12191040"/>
              <a:gd name="textAreaTop" fmla="*/ 0 h 5202720"/>
              <a:gd name="textAreaBottom" fmla="*/ 5203080 h 5202720"/>
            </a:gdLst>
            <a:ahLst/>
            <a:cxnLst/>
            <a:rect l="textAreaLeft" t="textAreaTop" r="textAreaRight" b="textAreaBottom"/>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3"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4"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5"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6" name="PlaceHolder 4"/>
          <p:cNvSpPr>
            <a:spLocks noGrp="1"/>
          </p:cNvSpPr>
          <p:nvPr>
            <p:ph type="body"/>
          </p:nvPr>
        </p:nvSpPr>
        <p:spPr>
          <a:xfrm>
            <a:off x="6231960" y="368208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bg>
      <p:bgPr>
        <a:solidFill>
          <a:srgbClr val="212121"/>
        </a:solidFill>
      </p:bgPr>
    </p:bg>
    <p:spTree>
      <p:nvGrpSpPr>
        <p:cNvPr id="1" name=""/>
        <p:cNvGrpSpPr/>
        <p:nvPr/>
      </p:nvGrpSpPr>
      <p:grpSpPr>
        <a:xfrm>
          <a:off x="0" y="0"/>
          <a:ext cx="0" cy="0"/>
          <a:chOff x="0" y="0"/>
          <a:chExt cx="0" cy="0"/>
        </a:xfrm>
      </p:grpSpPr>
      <p:sp>
        <p:nvSpPr>
          <p:cNvPr id="7" name="CustomShape 1"/>
          <p:cNvSpPr/>
          <p:nvPr/>
        </p:nvSpPr>
        <p:spPr>
          <a:xfrm>
            <a:off x="0" y="-3240"/>
            <a:ext cx="12191040" cy="5202720"/>
          </a:xfrm>
          <a:custGeom>
            <a:avLst/>
            <a:gdLst>
              <a:gd name="textAreaLeft" fmla="*/ 0 w 12191040"/>
              <a:gd name="textAreaRight" fmla="*/ 12191400 w 12191040"/>
              <a:gd name="textAreaTop" fmla="*/ 0 h 5202720"/>
              <a:gd name="textAreaBottom" fmla="*/ 5203080 h 5202720"/>
            </a:gdLst>
            <a:ahLst/>
            <a:cxnLst/>
            <a:rect l="textAreaLeft" t="textAreaTop" r="textAreaRight" b="textAreaBottom"/>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8"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9"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10"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11" name="PlaceHolder 4"/>
          <p:cNvSpPr>
            <a:spLocks noGrp="1"/>
          </p:cNvSpPr>
          <p:nvPr>
            <p:ph type="body"/>
          </p:nvPr>
        </p:nvSpPr>
        <p:spPr>
          <a:xfrm>
            <a:off x="609480" y="3682080"/>
            <a:ext cx="1097208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bg>
      <p:bgPr>
        <a:solidFill>
          <a:srgbClr val="212121"/>
        </a:solidFill>
      </p:bgPr>
    </p:bg>
    <p:spTree>
      <p:nvGrpSpPr>
        <p:cNvPr id="1" name=""/>
        <p:cNvGrpSpPr/>
        <p:nvPr/>
      </p:nvGrpSpPr>
      <p:grpSpPr>
        <a:xfrm>
          <a:off x="0" y="0"/>
          <a:ext cx="0" cy="0"/>
          <a:chOff x="0" y="0"/>
          <a:chExt cx="0" cy="0"/>
        </a:xfrm>
      </p:grpSpPr>
      <p:sp>
        <p:nvSpPr>
          <p:cNvPr id="12" name="CustomShape 1"/>
          <p:cNvSpPr/>
          <p:nvPr/>
        </p:nvSpPr>
        <p:spPr>
          <a:xfrm>
            <a:off x="0" y="-3240"/>
            <a:ext cx="12191040" cy="5202720"/>
          </a:xfrm>
          <a:custGeom>
            <a:avLst/>
            <a:gdLst>
              <a:gd name="textAreaLeft" fmla="*/ 0 w 12191040"/>
              <a:gd name="textAreaRight" fmla="*/ 12191400 w 12191040"/>
              <a:gd name="textAreaTop" fmla="*/ 0 h 5202720"/>
              <a:gd name="textAreaBottom" fmla="*/ 5203080 h 5202720"/>
            </a:gdLst>
            <a:ahLst/>
            <a:cxnLst/>
            <a:rect l="textAreaLeft" t="textAreaTop" r="textAreaRight" b="textAreaBottom"/>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3"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14" name="PlaceHolder 2"/>
          <p:cNvSpPr>
            <a:spLocks noGrp="1"/>
          </p:cNvSpPr>
          <p:nvPr>
            <p:ph type="body"/>
          </p:nvPr>
        </p:nvSpPr>
        <p:spPr>
          <a:xfrm>
            <a:off x="609480" y="1604520"/>
            <a:ext cx="1097208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15" name="PlaceHolder 3"/>
          <p:cNvSpPr>
            <a:spLocks noGrp="1"/>
          </p:cNvSpPr>
          <p:nvPr>
            <p:ph type="body"/>
          </p:nvPr>
        </p:nvSpPr>
        <p:spPr>
          <a:xfrm>
            <a:off x="609480" y="3682080"/>
            <a:ext cx="1097208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bg>
      <p:bgPr>
        <a:solidFill>
          <a:srgbClr val="212121"/>
        </a:solidFill>
      </p:bgPr>
    </p:bg>
    <p:spTree>
      <p:nvGrpSpPr>
        <p:cNvPr id="1" name=""/>
        <p:cNvGrpSpPr/>
        <p:nvPr/>
      </p:nvGrpSpPr>
      <p:grpSpPr>
        <a:xfrm>
          <a:off x="0" y="0"/>
          <a:ext cx="0" cy="0"/>
          <a:chOff x="0" y="0"/>
          <a:chExt cx="0" cy="0"/>
        </a:xfrm>
      </p:grpSpPr>
      <p:sp>
        <p:nvSpPr>
          <p:cNvPr id="16" name="CustomShape 1"/>
          <p:cNvSpPr/>
          <p:nvPr/>
        </p:nvSpPr>
        <p:spPr>
          <a:xfrm>
            <a:off x="0" y="-3240"/>
            <a:ext cx="12191040" cy="5202720"/>
          </a:xfrm>
          <a:custGeom>
            <a:avLst/>
            <a:gdLst>
              <a:gd name="textAreaLeft" fmla="*/ 0 w 12191040"/>
              <a:gd name="textAreaRight" fmla="*/ 12191400 w 12191040"/>
              <a:gd name="textAreaTop" fmla="*/ 0 h 5202720"/>
              <a:gd name="textAreaBottom" fmla="*/ 5203080 h 5202720"/>
            </a:gdLst>
            <a:ahLst/>
            <a:cxnLst/>
            <a:rect l="textAreaLeft" t="textAreaTop" r="textAreaRight" b="textAreaBottom"/>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7"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18"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19"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0"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1" name="PlaceHolder 5"/>
          <p:cNvSpPr>
            <a:spLocks noGrp="1"/>
          </p:cNvSpPr>
          <p:nvPr>
            <p:ph type="body"/>
          </p:nvPr>
        </p:nvSpPr>
        <p:spPr>
          <a:xfrm>
            <a:off x="6231960" y="368208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bg>
      <p:bgPr>
        <a:solidFill>
          <a:srgbClr val="212121"/>
        </a:solidFill>
      </p:bgPr>
    </p:bg>
    <p:spTree>
      <p:nvGrpSpPr>
        <p:cNvPr id="1" name=""/>
        <p:cNvGrpSpPr/>
        <p:nvPr/>
      </p:nvGrpSpPr>
      <p:grpSpPr>
        <a:xfrm>
          <a:off x="0" y="0"/>
          <a:ext cx="0" cy="0"/>
          <a:chOff x="0" y="0"/>
          <a:chExt cx="0" cy="0"/>
        </a:xfrm>
      </p:grpSpPr>
      <p:sp>
        <p:nvSpPr>
          <p:cNvPr id="22" name="CustomShape 1"/>
          <p:cNvSpPr/>
          <p:nvPr/>
        </p:nvSpPr>
        <p:spPr>
          <a:xfrm>
            <a:off x="0" y="-3240"/>
            <a:ext cx="12191040" cy="5202720"/>
          </a:xfrm>
          <a:custGeom>
            <a:avLst/>
            <a:gdLst>
              <a:gd name="textAreaLeft" fmla="*/ 0 w 12191040"/>
              <a:gd name="textAreaRight" fmla="*/ 12191400 w 12191040"/>
              <a:gd name="textAreaTop" fmla="*/ 0 h 5202720"/>
              <a:gd name="textAreaBottom" fmla="*/ 5203080 h 5202720"/>
            </a:gdLst>
            <a:ahLst/>
            <a:cxnLst/>
            <a:rect l="textAreaLeft" t="textAreaTop" r="textAreaRight" b="textAreaBottom"/>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23"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24" name="PlaceHolder 2"/>
          <p:cNvSpPr>
            <a:spLocks noGrp="1"/>
          </p:cNvSpPr>
          <p:nvPr>
            <p:ph type="body"/>
          </p:nvPr>
        </p:nvSpPr>
        <p:spPr>
          <a:xfrm>
            <a:off x="60948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5" name="PlaceHolder 3"/>
          <p:cNvSpPr>
            <a:spLocks noGrp="1"/>
          </p:cNvSpPr>
          <p:nvPr>
            <p:ph type="body"/>
          </p:nvPr>
        </p:nvSpPr>
        <p:spPr>
          <a:xfrm>
            <a:off x="431964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6" name="PlaceHolder 4"/>
          <p:cNvSpPr>
            <a:spLocks noGrp="1"/>
          </p:cNvSpPr>
          <p:nvPr>
            <p:ph type="body"/>
          </p:nvPr>
        </p:nvSpPr>
        <p:spPr>
          <a:xfrm>
            <a:off x="802980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7" name="PlaceHolder 5"/>
          <p:cNvSpPr>
            <a:spLocks noGrp="1"/>
          </p:cNvSpPr>
          <p:nvPr>
            <p:ph type="body"/>
          </p:nvPr>
        </p:nvSpPr>
        <p:spPr>
          <a:xfrm>
            <a:off x="60948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8" name="PlaceHolder 6"/>
          <p:cNvSpPr>
            <a:spLocks noGrp="1"/>
          </p:cNvSpPr>
          <p:nvPr>
            <p:ph type="body"/>
          </p:nvPr>
        </p:nvSpPr>
        <p:spPr>
          <a:xfrm>
            <a:off x="431964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9" name="PlaceHolder 7"/>
          <p:cNvSpPr>
            <a:spLocks noGrp="1"/>
          </p:cNvSpPr>
          <p:nvPr>
            <p:ph type="body"/>
          </p:nvPr>
        </p:nvSpPr>
        <p:spPr>
          <a:xfrm>
            <a:off x="802980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bg>
      <p:bgPr>
        <a:solidFill>
          <a:srgbClr val="212121"/>
        </a:solidFill>
      </p:bgPr>
    </p:bg>
    <p:spTree>
      <p:nvGrpSpPr>
        <p:cNvPr id="1" name=""/>
        <p:cNvGrpSpPr/>
        <p:nvPr/>
      </p:nvGrpSpPr>
      <p:grpSpPr>
        <a:xfrm>
          <a:off x="0" y="0"/>
          <a:ext cx="0" cy="0"/>
          <a:chOff x="0" y="0"/>
          <a:chExt cx="0" cy="0"/>
        </a:xfrm>
      </p:grpSpPr>
      <p:sp>
        <p:nvSpPr>
          <p:cNvPr id="30" name="CustomShape 1"/>
          <p:cNvSpPr/>
          <p:nvPr/>
        </p:nvSpPr>
        <p:spPr>
          <a:xfrm>
            <a:off x="0" y="-3240"/>
            <a:ext cx="12191040" cy="5202720"/>
          </a:xfrm>
          <a:custGeom>
            <a:avLst/>
            <a:gdLst>
              <a:gd name="textAreaLeft" fmla="*/ 0 w 12191040"/>
              <a:gd name="textAreaRight" fmla="*/ 12191400 w 12191040"/>
              <a:gd name="textAreaTop" fmla="*/ 0 h 5202720"/>
              <a:gd name="textAreaBottom" fmla="*/ 5203080 h 5202720"/>
            </a:gdLst>
            <a:ahLst/>
            <a:cxnLst/>
            <a:rect l="textAreaLeft" t="textAreaTop" r="textAreaRight" b="textAreaBottom"/>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bg>
      <p:bgPr>
        <a:solidFill>
          <a:srgbClr val="212121"/>
        </a:solidFill>
      </p:bgPr>
    </p:bg>
    <p:spTree>
      <p:nvGrpSpPr>
        <p:cNvPr id="1" name=""/>
        <p:cNvGrpSpPr/>
        <p:nvPr/>
      </p:nvGrpSpPr>
      <p:grpSpPr>
        <a:xfrm>
          <a:off x="0" y="0"/>
          <a:ext cx="0" cy="0"/>
          <a:chOff x="0" y="0"/>
          <a:chExt cx="0" cy="0"/>
        </a:xfrm>
      </p:grpSpPr>
      <p:sp>
        <p:nvSpPr>
          <p:cNvPr id="31" name="CustomShape 1"/>
          <p:cNvSpPr/>
          <p:nvPr/>
        </p:nvSpPr>
        <p:spPr>
          <a:xfrm>
            <a:off x="0" y="-3240"/>
            <a:ext cx="12191040" cy="5202720"/>
          </a:xfrm>
          <a:custGeom>
            <a:avLst/>
            <a:gdLst>
              <a:gd name="textAreaLeft" fmla="*/ 0 w 12191040"/>
              <a:gd name="textAreaRight" fmla="*/ 12191400 w 12191040"/>
              <a:gd name="textAreaTop" fmla="*/ 0 h 5202720"/>
              <a:gd name="textAreaBottom" fmla="*/ 5203080 h 5202720"/>
            </a:gdLst>
            <a:ahLst/>
            <a:cxnLst/>
            <a:rect l="textAreaLeft" t="textAreaTop" r="textAreaRight" b="textAreaBottom"/>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32"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bg>
      <p:bgPr>
        <a:solidFill>
          <a:srgbClr val="212121"/>
        </a:solidFill>
      </p:bgPr>
    </p:bg>
    <p:spTree>
      <p:nvGrpSpPr>
        <p:cNvPr id="1" name=""/>
        <p:cNvGrpSpPr/>
        <p:nvPr/>
      </p:nvGrpSpPr>
      <p:grpSpPr>
        <a:xfrm>
          <a:off x="0" y="0"/>
          <a:ext cx="0" cy="0"/>
          <a:chOff x="0" y="0"/>
          <a:chExt cx="0" cy="0"/>
        </a:xfrm>
      </p:grpSpPr>
      <p:sp>
        <p:nvSpPr>
          <p:cNvPr id="33" name="CustomShape 1"/>
          <p:cNvSpPr/>
          <p:nvPr/>
        </p:nvSpPr>
        <p:spPr>
          <a:xfrm>
            <a:off x="0" y="-3240"/>
            <a:ext cx="12191040" cy="5202720"/>
          </a:xfrm>
          <a:custGeom>
            <a:avLst/>
            <a:gdLst>
              <a:gd name="textAreaLeft" fmla="*/ 0 w 12191040"/>
              <a:gd name="textAreaRight" fmla="*/ 12191400 w 12191040"/>
              <a:gd name="textAreaTop" fmla="*/ 0 h 5202720"/>
              <a:gd name="textAreaBottom" fmla="*/ 5203080 h 5202720"/>
            </a:gdLst>
            <a:ahLst/>
            <a:cxnLst/>
            <a:rect l="textAreaLeft" t="textAreaTop" r="textAreaRight" b="textAreaBottom"/>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34"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35"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bg>
      <p:bgPr>
        <a:solidFill>
          <a:srgbClr val="212121"/>
        </a:solidFill>
      </p:bgPr>
    </p:bg>
    <p:spTree>
      <p:nvGrpSpPr>
        <p:cNvPr id="1" name=""/>
        <p:cNvGrpSpPr/>
        <p:nvPr/>
      </p:nvGrpSpPr>
      <p:grpSpPr>
        <a:xfrm>
          <a:off x="0" y="0"/>
          <a:ext cx="0" cy="0"/>
          <a:chOff x="0" y="0"/>
          <a:chExt cx="0" cy="0"/>
        </a:xfrm>
      </p:grpSpPr>
      <p:sp>
        <p:nvSpPr>
          <p:cNvPr id="36" name="CustomShape 1"/>
          <p:cNvSpPr/>
          <p:nvPr/>
        </p:nvSpPr>
        <p:spPr>
          <a:xfrm>
            <a:off x="0" y="-3240"/>
            <a:ext cx="12191040" cy="5202720"/>
          </a:xfrm>
          <a:custGeom>
            <a:avLst/>
            <a:gdLst>
              <a:gd name="textAreaLeft" fmla="*/ 0 w 12191040"/>
              <a:gd name="textAreaRight" fmla="*/ 12191400 w 12191040"/>
              <a:gd name="textAreaTop" fmla="*/ 0 h 5202720"/>
              <a:gd name="textAreaBottom" fmla="*/ 5203080 h 5202720"/>
            </a:gdLst>
            <a:ahLst/>
            <a:cxnLst/>
            <a:rect l="textAreaLeft" t="textAreaTop" r="textAreaRight" b="textAreaBottom"/>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37"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38"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39"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212121"/>
        </a:solidFill>
      </p:bgPr>
    </p:bg>
    <p:spTree>
      <p:nvGrpSpPr>
        <p:cNvPr id="1" name=""/>
        <p:cNvGrpSpPr/>
        <p:nvPr/>
      </p:nvGrpSpPr>
      <p:grpSpPr>
        <a:xfrm>
          <a:off x="0" y="0"/>
          <a:ext cx="0" cy="0"/>
          <a:chOff x="0" y="0"/>
          <a:chExt cx="0" cy="0"/>
        </a:xfrm>
      </p:grpSpPr>
      <p:sp>
        <p:nvSpPr>
          <p:cNvPr id="40" name="CustomShape 1"/>
          <p:cNvSpPr/>
          <p:nvPr/>
        </p:nvSpPr>
        <p:spPr>
          <a:xfrm>
            <a:off x="0" y="-3240"/>
            <a:ext cx="12191040" cy="5202720"/>
          </a:xfrm>
          <a:custGeom>
            <a:avLst/>
            <a:gdLst>
              <a:gd name="textAreaLeft" fmla="*/ 0 w 12191040"/>
              <a:gd name="textAreaRight" fmla="*/ 12191400 w 12191040"/>
              <a:gd name="textAreaTop" fmla="*/ 0 h 5202720"/>
              <a:gd name="textAreaBottom" fmla="*/ 5203080 h 5202720"/>
            </a:gdLst>
            <a:ahLst/>
            <a:cxnLst/>
            <a:rect l="textAreaLeft" t="textAreaTop" r="textAreaRight" b="textAreaBottom"/>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41"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bg>
      <p:bgPr>
        <a:solidFill>
          <a:srgbClr val="212121"/>
        </a:solidFill>
      </p:bgPr>
    </p:bg>
    <p:spTree>
      <p:nvGrpSpPr>
        <p:cNvPr id="1" name=""/>
        <p:cNvGrpSpPr/>
        <p:nvPr/>
      </p:nvGrpSpPr>
      <p:grpSpPr>
        <a:xfrm>
          <a:off x="0" y="0"/>
          <a:ext cx="0" cy="0"/>
          <a:chOff x="0" y="0"/>
          <a:chExt cx="0" cy="0"/>
        </a:xfrm>
      </p:grpSpPr>
      <p:sp>
        <p:nvSpPr>
          <p:cNvPr id="42" name="CustomShape 1"/>
          <p:cNvSpPr/>
          <p:nvPr/>
        </p:nvSpPr>
        <p:spPr>
          <a:xfrm>
            <a:off x="0" y="-3240"/>
            <a:ext cx="12191040" cy="5202720"/>
          </a:xfrm>
          <a:custGeom>
            <a:avLst/>
            <a:gdLst>
              <a:gd name="textAreaLeft" fmla="*/ 0 w 12191040"/>
              <a:gd name="textAreaRight" fmla="*/ 12191400 w 12191040"/>
              <a:gd name="textAreaTop" fmla="*/ 0 h 5202720"/>
              <a:gd name="textAreaBottom" fmla="*/ 5203080 h 5202720"/>
            </a:gdLst>
            <a:ahLst/>
            <a:cxnLst/>
            <a:rect l="textAreaLeft" t="textAreaTop" r="textAreaRight" b="textAreaBottom"/>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Title, 2 Content and Content">
    <p:bg>
      <p:bgPr>
        <a:solidFill>
          <a:srgbClr val="212121"/>
        </a:solidFill>
      </p:bgPr>
    </p:bg>
    <p:spTree>
      <p:nvGrpSpPr>
        <p:cNvPr id="1" name=""/>
        <p:cNvGrpSpPr/>
        <p:nvPr/>
      </p:nvGrpSpPr>
      <p:grpSpPr>
        <a:xfrm>
          <a:off x="0" y="0"/>
          <a:ext cx="0" cy="0"/>
          <a:chOff x="0" y="0"/>
          <a:chExt cx="0" cy="0"/>
        </a:xfrm>
      </p:grpSpPr>
      <p:sp>
        <p:nvSpPr>
          <p:cNvPr id="43" name="CustomShape 1"/>
          <p:cNvSpPr/>
          <p:nvPr/>
        </p:nvSpPr>
        <p:spPr>
          <a:xfrm>
            <a:off x="0" y="-3240"/>
            <a:ext cx="12191040" cy="5202720"/>
          </a:xfrm>
          <a:custGeom>
            <a:avLst/>
            <a:gdLst>
              <a:gd name="textAreaLeft" fmla="*/ 0 w 12191040"/>
              <a:gd name="textAreaRight" fmla="*/ 12191400 w 12191040"/>
              <a:gd name="textAreaTop" fmla="*/ 0 h 5202720"/>
              <a:gd name="textAreaBottom" fmla="*/ 5203080 h 5202720"/>
            </a:gdLst>
            <a:ahLst/>
            <a:cxnLst/>
            <a:rect l="textAreaLeft" t="textAreaTop" r="textAreaRight" b="textAreaBottom"/>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44"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45"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46"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47"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p:bg>
      <p:bgPr>
        <a:solidFill>
          <a:srgbClr val="212121"/>
        </a:solidFill>
      </p:bgPr>
    </p:bg>
    <p:spTree>
      <p:nvGrpSpPr>
        <p:cNvPr id="1" name=""/>
        <p:cNvGrpSpPr/>
        <p:nvPr/>
      </p:nvGrpSpPr>
      <p:grpSpPr>
        <a:xfrm>
          <a:off x="0" y="0"/>
          <a:ext cx="0" cy="0"/>
          <a:chOff x="0" y="0"/>
          <a:chExt cx="0" cy="0"/>
        </a:xfrm>
      </p:grpSpPr>
      <p:sp>
        <p:nvSpPr>
          <p:cNvPr id="48" name="CustomShape 1"/>
          <p:cNvSpPr/>
          <p:nvPr/>
        </p:nvSpPr>
        <p:spPr>
          <a:xfrm>
            <a:off x="1073160" y="446040"/>
            <a:ext cx="3546360" cy="1813680"/>
          </a:xfrm>
          <a:custGeom>
            <a:avLst/>
            <a:gdLst>
              <a:gd name="textAreaLeft" fmla="*/ 0 w 3546360"/>
              <a:gd name="textAreaRight" fmla="*/ 3546720 w 3546360"/>
              <a:gd name="textAreaTop" fmla="*/ 0 h 1813680"/>
              <a:gd name="textAreaBottom" fmla="*/ 1814040 h 1813680"/>
            </a:gdLst>
            <a:ahLst/>
            <a:cxnLst/>
            <a:rect l="textAreaLeft" t="textAreaTop" r="textAreaRight" b="textAreaBottom"/>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49"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50"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51"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52" name="PlaceHolder 4"/>
          <p:cNvSpPr>
            <a:spLocks noGrp="1"/>
          </p:cNvSpPr>
          <p:nvPr>
            <p:ph type="body"/>
          </p:nvPr>
        </p:nvSpPr>
        <p:spPr>
          <a:xfrm>
            <a:off x="6231960" y="368208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1">
    <p:bg>
      <p:bgPr>
        <a:solidFill>
          <a:srgbClr val="212121"/>
        </a:solidFill>
      </p:bgPr>
    </p:bg>
    <p:spTree>
      <p:nvGrpSpPr>
        <p:cNvPr id="1" name=""/>
        <p:cNvGrpSpPr/>
        <p:nvPr/>
      </p:nvGrpSpPr>
      <p:grpSpPr>
        <a:xfrm>
          <a:off x="0" y="0"/>
          <a:ext cx="0" cy="0"/>
          <a:chOff x="0" y="0"/>
          <a:chExt cx="0" cy="0"/>
        </a:xfrm>
      </p:grpSpPr>
      <p:sp>
        <p:nvSpPr>
          <p:cNvPr id="53" name="CustomShape 1"/>
          <p:cNvSpPr/>
          <p:nvPr/>
        </p:nvSpPr>
        <p:spPr>
          <a:xfrm>
            <a:off x="1073160" y="446040"/>
            <a:ext cx="3546360" cy="1813680"/>
          </a:xfrm>
          <a:custGeom>
            <a:avLst/>
            <a:gdLst>
              <a:gd name="textAreaLeft" fmla="*/ 0 w 3546360"/>
              <a:gd name="textAreaRight" fmla="*/ 3546720 w 3546360"/>
              <a:gd name="textAreaTop" fmla="*/ 0 h 1813680"/>
              <a:gd name="textAreaBottom" fmla="*/ 1814040 h 1813680"/>
            </a:gdLst>
            <a:ahLst/>
            <a:cxnLst/>
            <a:rect l="textAreaLeft" t="textAreaTop" r="textAreaRight" b="textAreaBottom"/>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54"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55"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56"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57" name="PlaceHolder 4"/>
          <p:cNvSpPr>
            <a:spLocks noGrp="1"/>
          </p:cNvSpPr>
          <p:nvPr>
            <p:ph type="body"/>
          </p:nvPr>
        </p:nvSpPr>
        <p:spPr>
          <a:xfrm>
            <a:off x="609480" y="3682080"/>
            <a:ext cx="1097208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2">
    <p:bg>
      <p:bgPr>
        <a:solidFill>
          <a:srgbClr val="212121"/>
        </a:solidFill>
      </p:bgPr>
    </p:bg>
    <p:spTree>
      <p:nvGrpSpPr>
        <p:cNvPr id="1" name=""/>
        <p:cNvGrpSpPr/>
        <p:nvPr/>
      </p:nvGrpSpPr>
      <p:grpSpPr>
        <a:xfrm>
          <a:off x="0" y="0"/>
          <a:ext cx="0" cy="0"/>
          <a:chOff x="0" y="0"/>
          <a:chExt cx="0" cy="0"/>
        </a:xfrm>
      </p:grpSpPr>
      <p:sp>
        <p:nvSpPr>
          <p:cNvPr id="58" name="CustomShape 1"/>
          <p:cNvSpPr/>
          <p:nvPr/>
        </p:nvSpPr>
        <p:spPr>
          <a:xfrm>
            <a:off x="1073160" y="446040"/>
            <a:ext cx="3546360" cy="1813680"/>
          </a:xfrm>
          <a:custGeom>
            <a:avLst/>
            <a:gdLst>
              <a:gd name="textAreaLeft" fmla="*/ 0 w 3546360"/>
              <a:gd name="textAreaRight" fmla="*/ 3546720 w 3546360"/>
              <a:gd name="textAreaTop" fmla="*/ 0 h 1813680"/>
              <a:gd name="textAreaBottom" fmla="*/ 1814040 h 1813680"/>
            </a:gdLst>
            <a:ahLst/>
            <a:cxnLst/>
            <a:rect l="textAreaLeft" t="textAreaTop" r="textAreaRight" b="textAreaBottom"/>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59"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60" name="PlaceHolder 2"/>
          <p:cNvSpPr>
            <a:spLocks noGrp="1"/>
          </p:cNvSpPr>
          <p:nvPr>
            <p:ph type="body"/>
          </p:nvPr>
        </p:nvSpPr>
        <p:spPr>
          <a:xfrm>
            <a:off x="609480" y="1604520"/>
            <a:ext cx="1097208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61" name="PlaceHolder 3"/>
          <p:cNvSpPr>
            <a:spLocks noGrp="1"/>
          </p:cNvSpPr>
          <p:nvPr>
            <p:ph type="body"/>
          </p:nvPr>
        </p:nvSpPr>
        <p:spPr>
          <a:xfrm>
            <a:off x="609480" y="3682080"/>
            <a:ext cx="1097208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3">
    <p:bg>
      <p:bgPr>
        <a:solidFill>
          <a:srgbClr val="212121"/>
        </a:solidFill>
      </p:bgPr>
    </p:bg>
    <p:spTree>
      <p:nvGrpSpPr>
        <p:cNvPr id="1" name=""/>
        <p:cNvGrpSpPr/>
        <p:nvPr/>
      </p:nvGrpSpPr>
      <p:grpSpPr>
        <a:xfrm>
          <a:off x="0" y="0"/>
          <a:ext cx="0" cy="0"/>
          <a:chOff x="0" y="0"/>
          <a:chExt cx="0" cy="0"/>
        </a:xfrm>
      </p:grpSpPr>
      <p:sp>
        <p:nvSpPr>
          <p:cNvPr id="62" name="CustomShape 1"/>
          <p:cNvSpPr/>
          <p:nvPr/>
        </p:nvSpPr>
        <p:spPr>
          <a:xfrm>
            <a:off x="1073160" y="446040"/>
            <a:ext cx="3546360" cy="1813680"/>
          </a:xfrm>
          <a:custGeom>
            <a:avLst/>
            <a:gdLst>
              <a:gd name="textAreaLeft" fmla="*/ 0 w 3546360"/>
              <a:gd name="textAreaRight" fmla="*/ 3546720 w 3546360"/>
              <a:gd name="textAreaTop" fmla="*/ 0 h 1813680"/>
              <a:gd name="textAreaBottom" fmla="*/ 1814040 h 1813680"/>
            </a:gdLst>
            <a:ahLst/>
            <a:cxnLst/>
            <a:rect l="textAreaLeft" t="textAreaTop" r="textAreaRight" b="textAreaBottom"/>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63"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64"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65"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66"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67" name="PlaceHolder 5"/>
          <p:cNvSpPr>
            <a:spLocks noGrp="1"/>
          </p:cNvSpPr>
          <p:nvPr>
            <p:ph type="body"/>
          </p:nvPr>
        </p:nvSpPr>
        <p:spPr>
          <a:xfrm>
            <a:off x="6231960" y="368208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
    <p:bg>
      <p:bgPr>
        <a:solidFill>
          <a:srgbClr val="212121"/>
        </a:solidFill>
      </p:bgPr>
    </p:bg>
    <p:spTree>
      <p:nvGrpSpPr>
        <p:cNvPr id="1" name=""/>
        <p:cNvGrpSpPr/>
        <p:nvPr/>
      </p:nvGrpSpPr>
      <p:grpSpPr>
        <a:xfrm>
          <a:off x="0" y="0"/>
          <a:ext cx="0" cy="0"/>
          <a:chOff x="0" y="0"/>
          <a:chExt cx="0" cy="0"/>
        </a:xfrm>
      </p:grpSpPr>
      <p:sp>
        <p:nvSpPr>
          <p:cNvPr id="68" name="CustomShape 1"/>
          <p:cNvSpPr/>
          <p:nvPr/>
        </p:nvSpPr>
        <p:spPr>
          <a:xfrm>
            <a:off x="1073160" y="446040"/>
            <a:ext cx="3546360" cy="1813680"/>
          </a:xfrm>
          <a:custGeom>
            <a:avLst/>
            <a:gdLst>
              <a:gd name="textAreaLeft" fmla="*/ 0 w 3546360"/>
              <a:gd name="textAreaRight" fmla="*/ 3546720 w 3546360"/>
              <a:gd name="textAreaTop" fmla="*/ 0 h 1813680"/>
              <a:gd name="textAreaBottom" fmla="*/ 1814040 h 1813680"/>
            </a:gdLst>
            <a:ahLst/>
            <a:cxnLst/>
            <a:rect l="textAreaLeft" t="textAreaTop" r="textAreaRight" b="textAreaBottom"/>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69"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70" name="PlaceHolder 2"/>
          <p:cNvSpPr>
            <a:spLocks noGrp="1"/>
          </p:cNvSpPr>
          <p:nvPr>
            <p:ph type="body"/>
          </p:nvPr>
        </p:nvSpPr>
        <p:spPr>
          <a:xfrm>
            <a:off x="60948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71" name="PlaceHolder 3"/>
          <p:cNvSpPr>
            <a:spLocks noGrp="1"/>
          </p:cNvSpPr>
          <p:nvPr>
            <p:ph type="body"/>
          </p:nvPr>
        </p:nvSpPr>
        <p:spPr>
          <a:xfrm>
            <a:off x="431964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72" name="PlaceHolder 4"/>
          <p:cNvSpPr>
            <a:spLocks noGrp="1"/>
          </p:cNvSpPr>
          <p:nvPr>
            <p:ph type="body"/>
          </p:nvPr>
        </p:nvSpPr>
        <p:spPr>
          <a:xfrm>
            <a:off x="802980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73" name="PlaceHolder 5"/>
          <p:cNvSpPr>
            <a:spLocks noGrp="1"/>
          </p:cNvSpPr>
          <p:nvPr>
            <p:ph type="body"/>
          </p:nvPr>
        </p:nvSpPr>
        <p:spPr>
          <a:xfrm>
            <a:off x="60948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74" name="PlaceHolder 6"/>
          <p:cNvSpPr>
            <a:spLocks noGrp="1"/>
          </p:cNvSpPr>
          <p:nvPr>
            <p:ph type="body"/>
          </p:nvPr>
        </p:nvSpPr>
        <p:spPr>
          <a:xfrm>
            <a:off x="431964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75" name="PlaceHolder 7"/>
          <p:cNvSpPr>
            <a:spLocks noGrp="1"/>
          </p:cNvSpPr>
          <p:nvPr>
            <p:ph type="body"/>
          </p:nvPr>
        </p:nvSpPr>
        <p:spPr>
          <a:xfrm>
            <a:off x="802980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5">
    <p:bg>
      <p:bgPr>
        <a:solidFill>
          <a:srgbClr val="212121"/>
        </a:solidFill>
      </p:bgPr>
    </p:bg>
    <p:spTree>
      <p:nvGrpSpPr>
        <p:cNvPr id="1" name=""/>
        <p:cNvGrpSpPr/>
        <p:nvPr/>
      </p:nvGrpSpPr>
      <p:grpSpPr>
        <a:xfrm>
          <a:off x="0" y="0"/>
          <a:ext cx="0" cy="0"/>
          <a:chOff x="0" y="0"/>
          <a:chExt cx="0" cy="0"/>
        </a:xfrm>
      </p:grpSpPr>
      <p:sp>
        <p:nvSpPr>
          <p:cNvPr id="76" name="CustomShape 1"/>
          <p:cNvSpPr/>
          <p:nvPr/>
        </p:nvSpPr>
        <p:spPr>
          <a:xfrm>
            <a:off x="1073160" y="446040"/>
            <a:ext cx="3546360" cy="1813680"/>
          </a:xfrm>
          <a:custGeom>
            <a:avLst/>
            <a:gdLst>
              <a:gd name="textAreaLeft" fmla="*/ 0 w 3546360"/>
              <a:gd name="textAreaRight" fmla="*/ 3546720 w 3546360"/>
              <a:gd name="textAreaTop" fmla="*/ 0 h 1813680"/>
              <a:gd name="textAreaBottom" fmla="*/ 1814040 h 1813680"/>
            </a:gdLst>
            <a:ahLst/>
            <a:cxnLst/>
            <a:rect l="textAreaLeft" t="textAreaTop" r="textAreaRight" b="textAreaBottom"/>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7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lang="en-US" sz="4400" b="0" u="none" strike="noStrike">
                <a:solidFill>
                  <a:srgbClr val="ffffff"/>
                </a:solidFill>
                <a:effectLst/>
                <a:uFillTx/>
                <a:latin typeface="Noto Serif"/>
              </a:rPr>
              <a:t>Click to edit the title text format</a:t>
            </a:r>
            <a:endParaRPr lang="en-US" sz="4400" b="0" u="none" strike="noStrike">
              <a:solidFill>
                <a:srgbClr val="ffffff"/>
              </a:solidFill>
              <a:effectLst/>
              <a:uFillTx/>
              <a:latin typeface="Noto Serif"/>
            </a:endParaRPr>
          </a:p>
        </p:txBody>
      </p:sp>
      <p:sp>
        <p:nvSpPr>
          <p:cNvPr id="78"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lang="en-US" sz="3200" b="0" u="none" strike="noStrike">
                <a:solidFill>
                  <a:srgbClr val="ffffff"/>
                </a:solidFill>
                <a:effectLst/>
                <a:uFillTx/>
                <a:latin typeface="Noto Serif"/>
              </a:rPr>
              <a:t>Click to edit the outline text format</a:t>
            </a:r>
            <a:endParaRPr lang="en-US" sz="32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2800" b="0" u="none" strike="noStrike">
                <a:solidFill>
                  <a:srgbClr val="ffffff"/>
                </a:solidFill>
                <a:effectLst/>
                <a:uFillTx/>
                <a:latin typeface="Noto Serif"/>
              </a:rPr>
              <a:t>Second Outline Level</a:t>
            </a:r>
            <a:endParaRPr lang="en-US" sz="2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2400" b="0" u="none" strike="noStrike">
                <a:solidFill>
                  <a:srgbClr val="ffffff"/>
                </a:solidFill>
                <a:effectLst/>
                <a:uFillTx/>
                <a:latin typeface="Noto Serif"/>
              </a:rPr>
              <a:t>Third Outline Level</a:t>
            </a:r>
            <a:endParaRPr lang="en-US" sz="24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2000" b="0" u="none" strike="noStrike">
                <a:solidFill>
                  <a:srgbClr val="ffffff"/>
                </a:solidFill>
                <a:effectLst/>
                <a:uFillTx/>
                <a:latin typeface="Noto Serif"/>
              </a:rPr>
              <a:t>Fourth Outline Level</a:t>
            </a:r>
            <a:endParaRPr lang="en-US" sz="20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2000" b="0" u="none" strike="noStrike">
                <a:solidFill>
                  <a:srgbClr val="ffffff"/>
                </a:solidFill>
                <a:effectLst/>
                <a:uFillTx/>
                <a:latin typeface="Noto Serif"/>
              </a:rPr>
              <a:t>Fifth Outline Level</a:t>
            </a:r>
            <a:endParaRPr lang="en-US" sz="20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2000" b="0" u="none" strike="noStrike">
                <a:solidFill>
                  <a:srgbClr val="ffffff"/>
                </a:solidFill>
                <a:effectLst/>
                <a:uFillTx/>
                <a:latin typeface="Noto Serif"/>
              </a:rPr>
              <a:t>Sixth Outline Level</a:t>
            </a:r>
            <a:endParaRPr lang="en-US" sz="20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2000" b="0" u="none" strike="noStrike">
                <a:solidFill>
                  <a:srgbClr val="ffffff"/>
                </a:solidFill>
                <a:effectLst/>
                <a:uFillTx/>
                <a:latin typeface="Noto Serif"/>
              </a:rPr>
              <a:t>Seventh Outline Level</a:t>
            </a:r>
            <a:endParaRPr lang="en-US" sz="2000" b="0" u="none" strike="noStrike">
              <a:solidFill>
                <a:srgbClr val="ffffff"/>
              </a:solidFill>
              <a:effectLst/>
              <a:uFillTx/>
              <a:latin typeface="Noto Serif"/>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6">
    <p:bg>
      <p:bgPr>
        <a:solidFill>
          <a:srgbClr val="212121"/>
        </a:solidFill>
      </p:bgPr>
    </p:bg>
    <p:spTree>
      <p:nvGrpSpPr>
        <p:cNvPr id="1" name=""/>
        <p:cNvGrpSpPr/>
        <p:nvPr/>
      </p:nvGrpSpPr>
      <p:grpSpPr>
        <a:xfrm>
          <a:off x="0" y="0"/>
          <a:ext cx="0" cy="0"/>
          <a:chOff x="0" y="0"/>
          <a:chExt cx="0" cy="0"/>
        </a:xfrm>
      </p:grpSpPr>
      <p:sp>
        <p:nvSpPr>
          <p:cNvPr id="79" name="CustomShape 1"/>
          <p:cNvSpPr/>
          <p:nvPr/>
        </p:nvSpPr>
        <p:spPr>
          <a:xfrm>
            <a:off x="1073160" y="446040"/>
            <a:ext cx="3546360" cy="1813680"/>
          </a:xfrm>
          <a:custGeom>
            <a:avLst/>
            <a:gdLst>
              <a:gd name="textAreaLeft" fmla="*/ 0 w 3546360"/>
              <a:gd name="textAreaRight" fmla="*/ 3546720 w 3546360"/>
              <a:gd name="textAreaTop" fmla="*/ 0 h 1813680"/>
              <a:gd name="textAreaBottom" fmla="*/ 1814040 h 1813680"/>
            </a:gdLst>
            <a:ahLst/>
            <a:cxnLst/>
            <a:rect l="textAreaLeft" t="textAreaTop" r="textAreaRight" b="textAreaBottom"/>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8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7">
    <p:bg>
      <p:bgPr>
        <a:solidFill>
          <a:srgbClr val="212121"/>
        </a:solidFill>
      </p:bgPr>
    </p:bg>
    <p:spTree>
      <p:nvGrpSpPr>
        <p:cNvPr id="1" name=""/>
        <p:cNvGrpSpPr/>
        <p:nvPr/>
      </p:nvGrpSpPr>
      <p:grpSpPr>
        <a:xfrm>
          <a:off x="0" y="0"/>
          <a:ext cx="0" cy="0"/>
          <a:chOff x="0" y="0"/>
          <a:chExt cx="0" cy="0"/>
        </a:xfrm>
      </p:grpSpPr>
      <p:sp>
        <p:nvSpPr>
          <p:cNvPr id="81" name="CustomShape 1"/>
          <p:cNvSpPr/>
          <p:nvPr/>
        </p:nvSpPr>
        <p:spPr>
          <a:xfrm>
            <a:off x="1073160" y="446040"/>
            <a:ext cx="3546360" cy="1813680"/>
          </a:xfrm>
          <a:custGeom>
            <a:avLst/>
            <a:gdLst>
              <a:gd name="textAreaLeft" fmla="*/ 0 w 3546360"/>
              <a:gd name="textAreaRight" fmla="*/ 3546720 w 3546360"/>
              <a:gd name="textAreaTop" fmla="*/ 0 h 1813680"/>
              <a:gd name="textAreaBottom" fmla="*/ 1814040 h 1813680"/>
            </a:gdLst>
            <a:ahLst/>
            <a:cxnLst/>
            <a:rect l="textAreaLeft" t="textAreaTop" r="textAreaRight" b="textAreaBottom"/>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82"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83"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8">
    <p:bg>
      <p:bgPr>
        <a:solidFill>
          <a:srgbClr val="212121"/>
        </a:solidFill>
      </p:bgPr>
    </p:bg>
    <p:spTree>
      <p:nvGrpSpPr>
        <p:cNvPr id="1" name=""/>
        <p:cNvGrpSpPr/>
        <p:nvPr/>
      </p:nvGrpSpPr>
      <p:grpSpPr>
        <a:xfrm>
          <a:off x="0" y="0"/>
          <a:ext cx="0" cy="0"/>
          <a:chOff x="0" y="0"/>
          <a:chExt cx="0" cy="0"/>
        </a:xfrm>
      </p:grpSpPr>
      <p:sp>
        <p:nvSpPr>
          <p:cNvPr id="84" name="CustomShape 1"/>
          <p:cNvSpPr/>
          <p:nvPr/>
        </p:nvSpPr>
        <p:spPr>
          <a:xfrm>
            <a:off x="1073160" y="446040"/>
            <a:ext cx="3546360" cy="1813680"/>
          </a:xfrm>
          <a:custGeom>
            <a:avLst/>
            <a:gdLst>
              <a:gd name="textAreaLeft" fmla="*/ 0 w 3546360"/>
              <a:gd name="textAreaRight" fmla="*/ 3546720 w 3546360"/>
              <a:gd name="textAreaTop" fmla="*/ 0 h 1813680"/>
              <a:gd name="textAreaBottom" fmla="*/ 1814040 h 1813680"/>
            </a:gdLst>
            <a:ahLst/>
            <a:cxnLst/>
            <a:rect l="textAreaLeft" t="textAreaTop" r="textAreaRight" b="textAreaBottom"/>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85"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86"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87"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9">
    <p:bg>
      <p:bgPr>
        <a:solidFill>
          <a:srgbClr val="212121"/>
        </a:solidFill>
      </p:bgPr>
    </p:bg>
    <p:spTree>
      <p:nvGrpSpPr>
        <p:cNvPr id="1" name=""/>
        <p:cNvGrpSpPr/>
        <p:nvPr/>
      </p:nvGrpSpPr>
      <p:grpSpPr>
        <a:xfrm>
          <a:off x="0" y="0"/>
          <a:ext cx="0" cy="0"/>
          <a:chOff x="0" y="0"/>
          <a:chExt cx="0" cy="0"/>
        </a:xfrm>
      </p:grpSpPr>
      <p:sp>
        <p:nvSpPr>
          <p:cNvPr id="88" name="CustomShape 1"/>
          <p:cNvSpPr/>
          <p:nvPr/>
        </p:nvSpPr>
        <p:spPr>
          <a:xfrm>
            <a:off x="1073160" y="446040"/>
            <a:ext cx="3546360" cy="1813680"/>
          </a:xfrm>
          <a:custGeom>
            <a:avLst/>
            <a:gdLst>
              <a:gd name="textAreaLeft" fmla="*/ 0 w 3546360"/>
              <a:gd name="textAreaRight" fmla="*/ 3546720 w 3546360"/>
              <a:gd name="textAreaTop" fmla="*/ 0 h 1813680"/>
              <a:gd name="textAreaBottom" fmla="*/ 1814040 h 1813680"/>
            </a:gdLst>
            <a:ahLst/>
            <a:cxnLst/>
            <a:rect l="textAreaLeft" t="textAreaTop" r="textAreaRight" b="textAreaBottom"/>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89"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Default 10">
    <p:bg>
      <p:bgPr>
        <a:solidFill>
          <a:srgbClr val="212121"/>
        </a:solidFill>
      </p:bgPr>
    </p:bg>
    <p:spTree>
      <p:nvGrpSpPr>
        <p:cNvPr id="1" name=""/>
        <p:cNvGrpSpPr/>
        <p:nvPr/>
      </p:nvGrpSpPr>
      <p:grpSpPr>
        <a:xfrm>
          <a:off x="0" y="0"/>
          <a:ext cx="0" cy="0"/>
          <a:chOff x="0" y="0"/>
          <a:chExt cx="0" cy="0"/>
        </a:xfrm>
      </p:grpSpPr>
      <p:sp>
        <p:nvSpPr>
          <p:cNvPr id="90" name="CustomShape 1"/>
          <p:cNvSpPr/>
          <p:nvPr/>
        </p:nvSpPr>
        <p:spPr>
          <a:xfrm>
            <a:off x="1073160" y="446040"/>
            <a:ext cx="3546360" cy="1813680"/>
          </a:xfrm>
          <a:custGeom>
            <a:avLst/>
            <a:gdLst>
              <a:gd name="textAreaLeft" fmla="*/ 0 w 3546360"/>
              <a:gd name="textAreaRight" fmla="*/ 3546720 w 3546360"/>
              <a:gd name="textAreaTop" fmla="*/ 0 h 1813680"/>
              <a:gd name="textAreaBottom" fmla="*/ 1814040 h 1813680"/>
            </a:gdLst>
            <a:ahLst/>
            <a:cxnLst/>
            <a:rect l="textAreaLeft" t="textAreaTop" r="textAreaRight" b="textAreaBottom"/>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11">
    <p:bg>
      <p:bgPr>
        <a:solidFill>
          <a:srgbClr val="212121"/>
        </a:solidFill>
      </p:bgPr>
    </p:bg>
    <p:spTree>
      <p:nvGrpSpPr>
        <p:cNvPr id="1" name=""/>
        <p:cNvGrpSpPr/>
        <p:nvPr/>
      </p:nvGrpSpPr>
      <p:grpSpPr>
        <a:xfrm>
          <a:off x="0" y="0"/>
          <a:ext cx="0" cy="0"/>
          <a:chOff x="0" y="0"/>
          <a:chExt cx="0" cy="0"/>
        </a:xfrm>
      </p:grpSpPr>
      <p:sp>
        <p:nvSpPr>
          <p:cNvPr id="91" name="CustomShape 1"/>
          <p:cNvSpPr/>
          <p:nvPr/>
        </p:nvSpPr>
        <p:spPr>
          <a:xfrm>
            <a:off x="1073160" y="446040"/>
            <a:ext cx="3546360" cy="1813680"/>
          </a:xfrm>
          <a:custGeom>
            <a:avLst/>
            <a:gdLst>
              <a:gd name="textAreaLeft" fmla="*/ 0 w 3546360"/>
              <a:gd name="textAreaRight" fmla="*/ 3546720 w 3546360"/>
              <a:gd name="textAreaTop" fmla="*/ 0 h 1813680"/>
              <a:gd name="textAreaBottom" fmla="*/ 1814040 h 1813680"/>
            </a:gdLst>
            <a:ahLst/>
            <a:cxnLst/>
            <a:rect l="textAreaLeft" t="textAreaTop" r="textAreaRight" b="textAreaBottom"/>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92"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93"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94"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95"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12">
    <p:bg>
      <p:bgPr>
        <a:solidFill>
          <a:srgbClr val="212121"/>
        </a:solidFill>
      </p:bgPr>
    </p:bg>
    <p:spTree>
      <p:nvGrpSpPr>
        <p:cNvPr id="1" name=""/>
        <p:cNvGrpSpPr/>
        <p:nvPr/>
      </p:nvGrpSpPr>
      <p:grpSpPr>
        <a:xfrm>
          <a:off x="0" y="0"/>
          <a:ext cx="0" cy="0"/>
          <a:chOff x="0" y="0"/>
          <a:chExt cx="0" cy="0"/>
        </a:xfrm>
      </p:grpSpPr>
      <p:sp>
        <p:nvSpPr>
          <p:cNvPr id="96" name="CustomShape 1"/>
          <p:cNvSpPr/>
          <p:nvPr/>
        </p:nvSpPr>
        <p:spPr>
          <a:xfrm>
            <a:off x="0" y="0"/>
            <a:ext cx="12191040" cy="5202720"/>
          </a:xfrm>
          <a:custGeom>
            <a:avLst/>
            <a:gdLst>
              <a:gd name="textAreaLeft" fmla="*/ 0 w 12191040"/>
              <a:gd name="textAreaRight" fmla="*/ 12191400 w 12191040"/>
              <a:gd name="textAreaTop" fmla="*/ 0 h 5202720"/>
              <a:gd name="textAreaBottom" fmla="*/ 5203080 h 5202720"/>
            </a:gdLst>
            <a:ahLst/>
            <a:cxnLst/>
            <a:rect l="textAreaLeft" t="textAreaTop" r="textAreaRight" b="textAreaBottom"/>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97"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98"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99"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100" name="PlaceHolder 4"/>
          <p:cNvSpPr>
            <a:spLocks noGrp="1"/>
          </p:cNvSpPr>
          <p:nvPr>
            <p:ph type="body"/>
          </p:nvPr>
        </p:nvSpPr>
        <p:spPr>
          <a:xfrm>
            <a:off x="6231960" y="368208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13">
    <p:bg>
      <p:bgPr>
        <a:solidFill>
          <a:srgbClr val="212121"/>
        </a:solidFill>
      </p:bgPr>
    </p:bg>
    <p:spTree>
      <p:nvGrpSpPr>
        <p:cNvPr id="1" name=""/>
        <p:cNvGrpSpPr/>
        <p:nvPr/>
      </p:nvGrpSpPr>
      <p:grpSpPr>
        <a:xfrm>
          <a:off x="0" y="0"/>
          <a:ext cx="0" cy="0"/>
          <a:chOff x="0" y="0"/>
          <a:chExt cx="0" cy="0"/>
        </a:xfrm>
      </p:grpSpPr>
      <p:sp>
        <p:nvSpPr>
          <p:cNvPr id="101" name="CustomShape 1"/>
          <p:cNvSpPr/>
          <p:nvPr/>
        </p:nvSpPr>
        <p:spPr>
          <a:xfrm>
            <a:off x="0" y="0"/>
            <a:ext cx="12191040" cy="5202720"/>
          </a:xfrm>
          <a:custGeom>
            <a:avLst/>
            <a:gdLst>
              <a:gd name="textAreaLeft" fmla="*/ 0 w 12191040"/>
              <a:gd name="textAreaRight" fmla="*/ 12191400 w 12191040"/>
              <a:gd name="textAreaTop" fmla="*/ 0 h 5202720"/>
              <a:gd name="textAreaBottom" fmla="*/ 5203080 h 5202720"/>
            </a:gdLst>
            <a:ahLst/>
            <a:cxnLst/>
            <a:rect l="textAreaLeft" t="textAreaTop" r="textAreaRight" b="textAreaBottom"/>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02"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103"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104"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105" name="PlaceHolder 4"/>
          <p:cNvSpPr>
            <a:spLocks noGrp="1"/>
          </p:cNvSpPr>
          <p:nvPr>
            <p:ph type="body"/>
          </p:nvPr>
        </p:nvSpPr>
        <p:spPr>
          <a:xfrm>
            <a:off x="609480" y="3682080"/>
            <a:ext cx="1097208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14">
    <p:bg>
      <p:bgPr>
        <a:solidFill>
          <a:srgbClr val="212121"/>
        </a:solidFill>
      </p:bgPr>
    </p:bg>
    <p:spTree>
      <p:nvGrpSpPr>
        <p:cNvPr id="1" name=""/>
        <p:cNvGrpSpPr/>
        <p:nvPr/>
      </p:nvGrpSpPr>
      <p:grpSpPr>
        <a:xfrm>
          <a:off x="0" y="0"/>
          <a:ext cx="0" cy="0"/>
          <a:chOff x="0" y="0"/>
          <a:chExt cx="0" cy="0"/>
        </a:xfrm>
      </p:grpSpPr>
      <p:sp>
        <p:nvSpPr>
          <p:cNvPr id="106" name="CustomShape 1"/>
          <p:cNvSpPr/>
          <p:nvPr/>
        </p:nvSpPr>
        <p:spPr>
          <a:xfrm>
            <a:off x="0" y="0"/>
            <a:ext cx="12191040" cy="5202720"/>
          </a:xfrm>
          <a:custGeom>
            <a:avLst/>
            <a:gdLst>
              <a:gd name="textAreaLeft" fmla="*/ 0 w 12191040"/>
              <a:gd name="textAreaRight" fmla="*/ 12191400 w 12191040"/>
              <a:gd name="textAreaTop" fmla="*/ 0 h 5202720"/>
              <a:gd name="textAreaBottom" fmla="*/ 5203080 h 5202720"/>
            </a:gdLst>
            <a:ahLst/>
            <a:cxnLst/>
            <a:rect l="textAreaLeft" t="textAreaTop" r="textAreaRight" b="textAreaBottom"/>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07"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108" name="PlaceHolder 2"/>
          <p:cNvSpPr>
            <a:spLocks noGrp="1"/>
          </p:cNvSpPr>
          <p:nvPr>
            <p:ph type="body"/>
          </p:nvPr>
        </p:nvSpPr>
        <p:spPr>
          <a:xfrm>
            <a:off x="609480" y="1604520"/>
            <a:ext cx="1097208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109" name="PlaceHolder 3"/>
          <p:cNvSpPr>
            <a:spLocks noGrp="1"/>
          </p:cNvSpPr>
          <p:nvPr>
            <p:ph type="body"/>
          </p:nvPr>
        </p:nvSpPr>
        <p:spPr>
          <a:xfrm>
            <a:off x="609480" y="3682080"/>
            <a:ext cx="1097208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15">
    <p:bg>
      <p:bgPr>
        <a:solidFill>
          <a:srgbClr val="212121"/>
        </a:solidFill>
      </p:bgPr>
    </p:bg>
    <p:spTree>
      <p:nvGrpSpPr>
        <p:cNvPr id="1" name=""/>
        <p:cNvGrpSpPr/>
        <p:nvPr/>
      </p:nvGrpSpPr>
      <p:grpSpPr>
        <a:xfrm>
          <a:off x="0" y="0"/>
          <a:ext cx="0" cy="0"/>
          <a:chOff x="0" y="0"/>
          <a:chExt cx="0" cy="0"/>
        </a:xfrm>
      </p:grpSpPr>
      <p:sp>
        <p:nvSpPr>
          <p:cNvPr id="110" name="CustomShape 1"/>
          <p:cNvSpPr/>
          <p:nvPr/>
        </p:nvSpPr>
        <p:spPr>
          <a:xfrm>
            <a:off x="0" y="0"/>
            <a:ext cx="12191040" cy="5202720"/>
          </a:xfrm>
          <a:custGeom>
            <a:avLst/>
            <a:gdLst>
              <a:gd name="textAreaLeft" fmla="*/ 0 w 12191040"/>
              <a:gd name="textAreaRight" fmla="*/ 12191400 w 12191040"/>
              <a:gd name="textAreaTop" fmla="*/ 0 h 5202720"/>
              <a:gd name="textAreaBottom" fmla="*/ 5203080 h 5202720"/>
            </a:gdLst>
            <a:ahLst/>
            <a:cxnLst/>
            <a:rect l="textAreaLeft" t="textAreaTop" r="textAreaRight" b="textAreaBottom"/>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11"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112"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113"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114"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115" name="PlaceHolder 5"/>
          <p:cNvSpPr>
            <a:spLocks noGrp="1"/>
          </p:cNvSpPr>
          <p:nvPr>
            <p:ph type="body"/>
          </p:nvPr>
        </p:nvSpPr>
        <p:spPr>
          <a:xfrm>
            <a:off x="6231960" y="368208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6">
    <p:bg>
      <p:bgPr>
        <a:solidFill>
          <a:srgbClr val="212121"/>
        </a:solidFill>
      </p:bgPr>
    </p:bg>
    <p:spTree>
      <p:nvGrpSpPr>
        <p:cNvPr id="1" name=""/>
        <p:cNvGrpSpPr/>
        <p:nvPr/>
      </p:nvGrpSpPr>
      <p:grpSpPr>
        <a:xfrm>
          <a:off x="0" y="0"/>
          <a:ext cx="0" cy="0"/>
          <a:chOff x="0" y="0"/>
          <a:chExt cx="0" cy="0"/>
        </a:xfrm>
      </p:grpSpPr>
      <p:sp>
        <p:nvSpPr>
          <p:cNvPr id="116" name="CustomShape 1"/>
          <p:cNvSpPr/>
          <p:nvPr/>
        </p:nvSpPr>
        <p:spPr>
          <a:xfrm>
            <a:off x="0" y="0"/>
            <a:ext cx="12191040" cy="5202720"/>
          </a:xfrm>
          <a:custGeom>
            <a:avLst/>
            <a:gdLst>
              <a:gd name="textAreaLeft" fmla="*/ 0 w 12191040"/>
              <a:gd name="textAreaRight" fmla="*/ 12191400 w 12191040"/>
              <a:gd name="textAreaTop" fmla="*/ 0 h 5202720"/>
              <a:gd name="textAreaBottom" fmla="*/ 5203080 h 5202720"/>
            </a:gdLst>
            <a:ahLst/>
            <a:cxnLst/>
            <a:rect l="textAreaLeft" t="textAreaTop" r="textAreaRight" b="textAreaBottom"/>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17"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118" name="PlaceHolder 2"/>
          <p:cNvSpPr>
            <a:spLocks noGrp="1"/>
          </p:cNvSpPr>
          <p:nvPr>
            <p:ph type="body"/>
          </p:nvPr>
        </p:nvSpPr>
        <p:spPr>
          <a:xfrm>
            <a:off x="60948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119" name="PlaceHolder 3"/>
          <p:cNvSpPr>
            <a:spLocks noGrp="1"/>
          </p:cNvSpPr>
          <p:nvPr>
            <p:ph type="body"/>
          </p:nvPr>
        </p:nvSpPr>
        <p:spPr>
          <a:xfrm>
            <a:off x="431964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120" name="PlaceHolder 4"/>
          <p:cNvSpPr>
            <a:spLocks noGrp="1"/>
          </p:cNvSpPr>
          <p:nvPr>
            <p:ph type="body"/>
          </p:nvPr>
        </p:nvSpPr>
        <p:spPr>
          <a:xfrm>
            <a:off x="802980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121" name="PlaceHolder 5"/>
          <p:cNvSpPr>
            <a:spLocks noGrp="1"/>
          </p:cNvSpPr>
          <p:nvPr>
            <p:ph type="body"/>
          </p:nvPr>
        </p:nvSpPr>
        <p:spPr>
          <a:xfrm>
            <a:off x="60948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122" name="PlaceHolder 6"/>
          <p:cNvSpPr>
            <a:spLocks noGrp="1"/>
          </p:cNvSpPr>
          <p:nvPr>
            <p:ph type="body"/>
          </p:nvPr>
        </p:nvSpPr>
        <p:spPr>
          <a:xfrm>
            <a:off x="431964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123" name="PlaceHolder 7"/>
          <p:cNvSpPr>
            <a:spLocks noGrp="1"/>
          </p:cNvSpPr>
          <p:nvPr>
            <p:ph type="body"/>
          </p:nvPr>
        </p:nvSpPr>
        <p:spPr>
          <a:xfrm>
            <a:off x="802980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7">
    <p:bg>
      <p:bgPr>
        <a:solidFill>
          <a:srgbClr val="212121"/>
        </a:solidFill>
      </p:bgPr>
    </p:bg>
    <p:spTree>
      <p:nvGrpSpPr>
        <p:cNvPr id="1" name=""/>
        <p:cNvGrpSpPr/>
        <p:nvPr/>
      </p:nvGrpSpPr>
      <p:grpSpPr>
        <a:xfrm>
          <a:off x="0" y="0"/>
          <a:ext cx="0" cy="0"/>
          <a:chOff x="0" y="0"/>
          <a:chExt cx="0" cy="0"/>
        </a:xfrm>
      </p:grpSpPr>
      <p:sp>
        <p:nvSpPr>
          <p:cNvPr id="124" name="CustomShape 1"/>
          <p:cNvSpPr/>
          <p:nvPr/>
        </p:nvSpPr>
        <p:spPr>
          <a:xfrm>
            <a:off x="0" y="0"/>
            <a:ext cx="12191040" cy="5202720"/>
          </a:xfrm>
          <a:custGeom>
            <a:avLst/>
            <a:gdLst>
              <a:gd name="textAreaLeft" fmla="*/ 0 w 12191040"/>
              <a:gd name="textAreaRight" fmla="*/ 12191400 w 12191040"/>
              <a:gd name="textAreaTop" fmla="*/ 0 h 5202720"/>
              <a:gd name="textAreaBottom" fmla="*/ 5203080 h 5202720"/>
            </a:gdLst>
            <a:ahLst/>
            <a:cxnLst/>
            <a:rect l="textAreaLeft" t="textAreaTop" r="textAreaRight" b="textAreaBottom"/>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2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lang="en-US" sz="4400" b="0" u="none" strike="noStrike">
                <a:solidFill>
                  <a:srgbClr val="ffffff"/>
                </a:solidFill>
                <a:effectLst/>
                <a:uFillTx/>
                <a:latin typeface="Noto Serif"/>
              </a:rPr>
              <a:t>Click to edit the title text format</a:t>
            </a:r>
            <a:endParaRPr lang="en-US" sz="4400" b="0" u="none" strike="noStrike">
              <a:solidFill>
                <a:srgbClr val="ffffff"/>
              </a:solidFill>
              <a:effectLst/>
              <a:uFillTx/>
              <a:latin typeface="Noto Serif"/>
            </a:endParaRPr>
          </a:p>
        </p:txBody>
      </p:sp>
      <p:sp>
        <p:nvSpPr>
          <p:cNvPr id="126"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lang="en-US" sz="3200" b="0" u="none" strike="noStrike">
                <a:solidFill>
                  <a:srgbClr val="ffffff"/>
                </a:solidFill>
                <a:effectLst/>
                <a:uFillTx/>
                <a:latin typeface="Noto Serif"/>
              </a:rPr>
              <a:t>Click to edit the outline text format</a:t>
            </a:r>
            <a:endParaRPr lang="en-US" sz="32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2800" b="0" u="none" strike="noStrike">
                <a:solidFill>
                  <a:srgbClr val="ffffff"/>
                </a:solidFill>
                <a:effectLst/>
                <a:uFillTx/>
                <a:latin typeface="Noto Serif"/>
              </a:rPr>
              <a:t>Second Outline Level</a:t>
            </a:r>
            <a:endParaRPr lang="en-US" sz="2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2400" b="0" u="none" strike="noStrike">
                <a:solidFill>
                  <a:srgbClr val="ffffff"/>
                </a:solidFill>
                <a:effectLst/>
                <a:uFillTx/>
                <a:latin typeface="Noto Serif"/>
              </a:rPr>
              <a:t>Third Outline Level</a:t>
            </a:r>
            <a:endParaRPr lang="en-US" sz="24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2000" b="0" u="none" strike="noStrike">
                <a:solidFill>
                  <a:srgbClr val="ffffff"/>
                </a:solidFill>
                <a:effectLst/>
                <a:uFillTx/>
                <a:latin typeface="Noto Serif"/>
              </a:rPr>
              <a:t>Fourth Outline Level</a:t>
            </a:r>
            <a:endParaRPr lang="en-US" sz="20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2000" b="0" u="none" strike="noStrike">
                <a:solidFill>
                  <a:srgbClr val="ffffff"/>
                </a:solidFill>
                <a:effectLst/>
                <a:uFillTx/>
                <a:latin typeface="Noto Serif"/>
              </a:rPr>
              <a:t>Fifth Outline Level</a:t>
            </a:r>
            <a:endParaRPr lang="en-US" sz="20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2000" b="0" u="none" strike="noStrike">
                <a:solidFill>
                  <a:srgbClr val="ffffff"/>
                </a:solidFill>
                <a:effectLst/>
                <a:uFillTx/>
                <a:latin typeface="Noto Serif"/>
              </a:rPr>
              <a:t>Sixth Outline Level</a:t>
            </a:r>
            <a:endParaRPr lang="en-US" sz="20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2000" b="0" u="none" strike="noStrike">
                <a:solidFill>
                  <a:srgbClr val="ffffff"/>
                </a:solidFill>
                <a:effectLst/>
                <a:uFillTx/>
                <a:latin typeface="Noto Serif"/>
              </a:rPr>
              <a:t>Seventh Outline Level</a:t>
            </a:r>
            <a:endParaRPr lang="en-US" sz="2000" b="0" u="none" strike="noStrike">
              <a:solidFill>
                <a:srgbClr val="ffffff"/>
              </a:solidFill>
              <a:effectLst/>
              <a:uFillTx/>
              <a:latin typeface="Noto Serif"/>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18">
    <p:bg>
      <p:bgPr>
        <a:solidFill>
          <a:srgbClr val="212121"/>
        </a:solidFill>
      </p:bgPr>
    </p:bg>
    <p:spTree>
      <p:nvGrpSpPr>
        <p:cNvPr id="1" name=""/>
        <p:cNvGrpSpPr/>
        <p:nvPr/>
      </p:nvGrpSpPr>
      <p:grpSpPr>
        <a:xfrm>
          <a:off x="0" y="0"/>
          <a:ext cx="0" cy="0"/>
          <a:chOff x="0" y="0"/>
          <a:chExt cx="0" cy="0"/>
        </a:xfrm>
      </p:grpSpPr>
      <p:sp>
        <p:nvSpPr>
          <p:cNvPr id="127" name="CustomShape 1"/>
          <p:cNvSpPr/>
          <p:nvPr/>
        </p:nvSpPr>
        <p:spPr>
          <a:xfrm>
            <a:off x="0" y="0"/>
            <a:ext cx="12191040" cy="5202720"/>
          </a:xfrm>
          <a:custGeom>
            <a:avLst/>
            <a:gdLst>
              <a:gd name="textAreaLeft" fmla="*/ 0 w 12191040"/>
              <a:gd name="textAreaRight" fmla="*/ 12191400 w 12191040"/>
              <a:gd name="textAreaTop" fmla="*/ 0 h 5202720"/>
              <a:gd name="textAreaBottom" fmla="*/ 5203080 h 5202720"/>
            </a:gdLst>
            <a:ahLst/>
            <a:cxnLst/>
            <a:rect l="textAreaLeft" t="textAreaTop" r="textAreaRight" b="textAreaBottom"/>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28"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9">
    <p:bg>
      <p:bgPr>
        <a:solidFill>
          <a:srgbClr val="212121"/>
        </a:solidFill>
      </p:bgPr>
    </p:bg>
    <p:spTree>
      <p:nvGrpSpPr>
        <p:cNvPr id="1" name=""/>
        <p:cNvGrpSpPr/>
        <p:nvPr/>
      </p:nvGrpSpPr>
      <p:grpSpPr>
        <a:xfrm>
          <a:off x="0" y="0"/>
          <a:ext cx="0" cy="0"/>
          <a:chOff x="0" y="0"/>
          <a:chExt cx="0" cy="0"/>
        </a:xfrm>
      </p:grpSpPr>
      <p:sp>
        <p:nvSpPr>
          <p:cNvPr id="129" name="CustomShape 1"/>
          <p:cNvSpPr/>
          <p:nvPr/>
        </p:nvSpPr>
        <p:spPr>
          <a:xfrm>
            <a:off x="0" y="0"/>
            <a:ext cx="12191040" cy="5202720"/>
          </a:xfrm>
          <a:custGeom>
            <a:avLst/>
            <a:gdLst>
              <a:gd name="textAreaLeft" fmla="*/ 0 w 12191040"/>
              <a:gd name="textAreaRight" fmla="*/ 12191400 w 12191040"/>
              <a:gd name="textAreaTop" fmla="*/ 0 h 5202720"/>
              <a:gd name="textAreaBottom" fmla="*/ 5203080 h 5202720"/>
            </a:gdLst>
            <a:ahLst/>
            <a:cxnLst/>
            <a:rect l="textAreaLeft" t="textAreaTop" r="textAreaRight" b="textAreaBottom"/>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3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131"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20">
    <p:bg>
      <p:bgPr>
        <a:solidFill>
          <a:srgbClr val="212121"/>
        </a:solidFill>
      </p:bgPr>
    </p:bg>
    <p:spTree>
      <p:nvGrpSpPr>
        <p:cNvPr id="1" name=""/>
        <p:cNvGrpSpPr/>
        <p:nvPr/>
      </p:nvGrpSpPr>
      <p:grpSpPr>
        <a:xfrm>
          <a:off x="0" y="0"/>
          <a:ext cx="0" cy="0"/>
          <a:chOff x="0" y="0"/>
          <a:chExt cx="0" cy="0"/>
        </a:xfrm>
      </p:grpSpPr>
      <p:sp>
        <p:nvSpPr>
          <p:cNvPr id="132" name="CustomShape 1"/>
          <p:cNvSpPr/>
          <p:nvPr/>
        </p:nvSpPr>
        <p:spPr>
          <a:xfrm>
            <a:off x="0" y="0"/>
            <a:ext cx="12191040" cy="5202720"/>
          </a:xfrm>
          <a:custGeom>
            <a:avLst/>
            <a:gdLst>
              <a:gd name="textAreaLeft" fmla="*/ 0 w 12191040"/>
              <a:gd name="textAreaRight" fmla="*/ 12191400 w 12191040"/>
              <a:gd name="textAreaTop" fmla="*/ 0 h 5202720"/>
              <a:gd name="textAreaBottom" fmla="*/ 5203080 h 5202720"/>
            </a:gdLst>
            <a:ahLst/>
            <a:cxnLst/>
            <a:rect l="textAreaLeft" t="textAreaTop" r="textAreaRight" b="textAreaBottom"/>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33"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134"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135"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21">
    <p:bg>
      <p:bgPr>
        <a:solidFill>
          <a:srgbClr val="212121"/>
        </a:solidFill>
      </p:bgPr>
    </p:bg>
    <p:spTree>
      <p:nvGrpSpPr>
        <p:cNvPr id="1" name=""/>
        <p:cNvGrpSpPr/>
        <p:nvPr/>
      </p:nvGrpSpPr>
      <p:grpSpPr>
        <a:xfrm>
          <a:off x="0" y="0"/>
          <a:ext cx="0" cy="0"/>
          <a:chOff x="0" y="0"/>
          <a:chExt cx="0" cy="0"/>
        </a:xfrm>
      </p:grpSpPr>
      <p:sp>
        <p:nvSpPr>
          <p:cNvPr id="136" name="CustomShape 1"/>
          <p:cNvSpPr/>
          <p:nvPr/>
        </p:nvSpPr>
        <p:spPr>
          <a:xfrm>
            <a:off x="0" y="0"/>
            <a:ext cx="12191040" cy="5202720"/>
          </a:xfrm>
          <a:custGeom>
            <a:avLst/>
            <a:gdLst>
              <a:gd name="textAreaLeft" fmla="*/ 0 w 12191040"/>
              <a:gd name="textAreaRight" fmla="*/ 12191400 w 12191040"/>
              <a:gd name="textAreaTop" fmla="*/ 0 h 5202720"/>
              <a:gd name="textAreaBottom" fmla="*/ 5203080 h 5202720"/>
            </a:gdLst>
            <a:ahLst/>
            <a:cxnLst/>
            <a:rect l="textAreaLeft" t="textAreaTop" r="textAreaRight" b="textAreaBottom"/>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37"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Default 22">
    <p:bg>
      <p:bgPr>
        <a:solidFill>
          <a:srgbClr val="212121"/>
        </a:solidFill>
      </p:bgPr>
    </p:bg>
    <p:spTree>
      <p:nvGrpSpPr>
        <p:cNvPr id="1" name=""/>
        <p:cNvGrpSpPr/>
        <p:nvPr/>
      </p:nvGrpSpPr>
      <p:grpSpPr>
        <a:xfrm>
          <a:off x="0" y="0"/>
          <a:ext cx="0" cy="0"/>
          <a:chOff x="0" y="0"/>
          <a:chExt cx="0" cy="0"/>
        </a:xfrm>
      </p:grpSpPr>
      <p:sp>
        <p:nvSpPr>
          <p:cNvPr id="138" name="CustomShape 1"/>
          <p:cNvSpPr/>
          <p:nvPr/>
        </p:nvSpPr>
        <p:spPr>
          <a:xfrm>
            <a:off x="0" y="0"/>
            <a:ext cx="12191040" cy="5202720"/>
          </a:xfrm>
          <a:custGeom>
            <a:avLst/>
            <a:gdLst>
              <a:gd name="textAreaLeft" fmla="*/ 0 w 12191040"/>
              <a:gd name="textAreaRight" fmla="*/ 12191400 w 12191040"/>
              <a:gd name="textAreaTop" fmla="*/ 0 h 5202720"/>
              <a:gd name="textAreaBottom" fmla="*/ 5203080 h 5202720"/>
            </a:gdLst>
            <a:ahLst/>
            <a:cxnLst/>
            <a:rect l="textAreaLeft" t="textAreaTop" r="textAreaRight" b="textAreaBottom"/>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23">
    <p:bg>
      <p:bgPr>
        <a:solidFill>
          <a:srgbClr val="212121"/>
        </a:solidFill>
      </p:bgPr>
    </p:bg>
    <p:spTree>
      <p:nvGrpSpPr>
        <p:cNvPr id="1" name=""/>
        <p:cNvGrpSpPr/>
        <p:nvPr/>
      </p:nvGrpSpPr>
      <p:grpSpPr>
        <a:xfrm>
          <a:off x="0" y="0"/>
          <a:ext cx="0" cy="0"/>
          <a:chOff x="0" y="0"/>
          <a:chExt cx="0" cy="0"/>
        </a:xfrm>
      </p:grpSpPr>
      <p:sp>
        <p:nvSpPr>
          <p:cNvPr id="139" name="CustomShape 1"/>
          <p:cNvSpPr/>
          <p:nvPr/>
        </p:nvSpPr>
        <p:spPr>
          <a:xfrm>
            <a:off x="0" y="0"/>
            <a:ext cx="12191040" cy="5202720"/>
          </a:xfrm>
          <a:custGeom>
            <a:avLst/>
            <a:gdLst>
              <a:gd name="textAreaLeft" fmla="*/ 0 w 12191040"/>
              <a:gd name="textAreaRight" fmla="*/ 12191400 w 12191040"/>
              <a:gd name="textAreaTop" fmla="*/ 0 h 5202720"/>
              <a:gd name="textAreaBottom" fmla="*/ 5203080 h 5202720"/>
            </a:gdLst>
            <a:ahLst/>
            <a:cxnLst/>
            <a:rect l="textAreaLeft" t="textAreaTop" r="textAreaRight" b="textAreaBottom"/>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4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141"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142"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143"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24">
    <p:bg>
      <p:bgPr>
        <a:solidFill>
          <a:srgbClr val="212121"/>
        </a:solidFill>
      </p:bgPr>
    </p:bg>
    <p:spTree>
      <p:nvGrpSpPr>
        <p:cNvPr id="1" name=""/>
        <p:cNvGrpSpPr/>
        <p:nvPr/>
      </p:nvGrpSpPr>
      <p:grpSpPr>
        <a:xfrm>
          <a:off x="0" y="0"/>
          <a:ext cx="0" cy="0"/>
          <a:chOff x="0" y="0"/>
          <a:chExt cx="0" cy="0"/>
        </a:xfrm>
      </p:grpSpPr>
      <p:sp>
        <p:nvSpPr>
          <p:cNvPr id="144" name="CustomShape 1"/>
          <p:cNvSpPr/>
          <p:nvPr/>
        </p:nvSpPr>
        <p:spPr>
          <a:xfrm>
            <a:off x="0" y="0"/>
            <a:ext cx="12191040" cy="2184840"/>
          </a:xfrm>
          <a:custGeom>
            <a:avLst/>
            <a:gdLst>
              <a:gd name="textAreaLeft" fmla="*/ 0 w 12191040"/>
              <a:gd name="textAreaRight" fmla="*/ 12191400 w 12191040"/>
              <a:gd name="textAreaTop" fmla="*/ 0 h 2184840"/>
              <a:gd name="textAreaBottom" fmla="*/ 2185200 h 2184840"/>
            </a:gdLst>
            <a:ahLst/>
            <a:cxnLst/>
            <a:rect l="textAreaLeft" t="textAreaTop" r="textAreaRight" b="textAreaBottom"/>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45"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146"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147"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148" name="PlaceHolder 4"/>
          <p:cNvSpPr>
            <a:spLocks noGrp="1"/>
          </p:cNvSpPr>
          <p:nvPr>
            <p:ph type="body"/>
          </p:nvPr>
        </p:nvSpPr>
        <p:spPr>
          <a:xfrm>
            <a:off x="6231960" y="368208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25">
    <p:bg>
      <p:bgPr>
        <a:solidFill>
          <a:srgbClr val="212121"/>
        </a:solidFill>
      </p:bgPr>
    </p:bg>
    <p:spTree>
      <p:nvGrpSpPr>
        <p:cNvPr id="1" name=""/>
        <p:cNvGrpSpPr/>
        <p:nvPr/>
      </p:nvGrpSpPr>
      <p:grpSpPr>
        <a:xfrm>
          <a:off x="0" y="0"/>
          <a:ext cx="0" cy="0"/>
          <a:chOff x="0" y="0"/>
          <a:chExt cx="0" cy="0"/>
        </a:xfrm>
      </p:grpSpPr>
      <p:sp>
        <p:nvSpPr>
          <p:cNvPr id="149" name="CustomShape 1"/>
          <p:cNvSpPr/>
          <p:nvPr/>
        </p:nvSpPr>
        <p:spPr>
          <a:xfrm>
            <a:off x="0" y="0"/>
            <a:ext cx="12191040" cy="2184840"/>
          </a:xfrm>
          <a:custGeom>
            <a:avLst/>
            <a:gdLst>
              <a:gd name="textAreaLeft" fmla="*/ 0 w 12191040"/>
              <a:gd name="textAreaRight" fmla="*/ 12191400 w 12191040"/>
              <a:gd name="textAreaTop" fmla="*/ 0 h 2184840"/>
              <a:gd name="textAreaBottom" fmla="*/ 2185200 h 2184840"/>
            </a:gdLst>
            <a:ahLst/>
            <a:cxnLst/>
            <a:rect l="textAreaLeft" t="textAreaTop" r="textAreaRight" b="textAreaBottom"/>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5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151"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152"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153" name="PlaceHolder 4"/>
          <p:cNvSpPr>
            <a:spLocks noGrp="1"/>
          </p:cNvSpPr>
          <p:nvPr>
            <p:ph type="body"/>
          </p:nvPr>
        </p:nvSpPr>
        <p:spPr>
          <a:xfrm>
            <a:off x="609480" y="3682080"/>
            <a:ext cx="1097208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26">
    <p:bg>
      <p:bgPr>
        <a:solidFill>
          <a:srgbClr val="212121"/>
        </a:solidFill>
      </p:bgPr>
    </p:bg>
    <p:spTree>
      <p:nvGrpSpPr>
        <p:cNvPr id="1" name=""/>
        <p:cNvGrpSpPr/>
        <p:nvPr/>
      </p:nvGrpSpPr>
      <p:grpSpPr>
        <a:xfrm>
          <a:off x="0" y="0"/>
          <a:ext cx="0" cy="0"/>
          <a:chOff x="0" y="0"/>
          <a:chExt cx="0" cy="0"/>
        </a:xfrm>
      </p:grpSpPr>
      <p:sp>
        <p:nvSpPr>
          <p:cNvPr id="154" name="CustomShape 1"/>
          <p:cNvSpPr/>
          <p:nvPr/>
        </p:nvSpPr>
        <p:spPr>
          <a:xfrm>
            <a:off x="0" y="0"/>
            <a:ext cx="12191040" cy="2184840"/>
          </a:xfrm>
          <a:custGeom>
            <a:avLst/>
            <a:gdLst>
              <a:gd name="textAreaLeft" fmla="*/ 0 w 12191040"/>
              <a:gd name="textAreaRight" fmla="*/ 12191400 w 12191040"/>
              <a:gd name="textAreaTop" fmla="*/ 0 h 2184840"/>
              <a:gd name="textAreaBottom" fmla="*/ 2185200 h 2184840"/>
            </a:gdLst>
            <a:ahLst/>
            <a:cxnLst/>
            <a:rect l="textAreaLeft" t="textAreaTop" r="textAreaRight" b="textAreaBottom"/>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55"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156" name="PlaceHolder 2"/>
          <p:cNvSpPr>
            <a:spLocks noGrp="1"/>
          </p:cNvSpPr>
          <p:nvPr>
            <p:ph type="body"/>
          </p:nvPr>
        </p:nvSpPr>
        <p:spPr>
          <a:xfrm>
            <a:off x="609480" y="1604520"/>
            <a:ext cx="1097208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157" name="PlaceHolder 3"/>
          <p:cNvSpPr>
            <a:spLocks noGrp="1"/>
          </p:cNvSpPr>
          <p:nvPr>
            <p:ph type="body"/>
          </p:nvPr>
        </p:nvSpPr>
        <p:spPr>
          <a:xfrm>
            <a:off x="609480" y="3682080"/>
            <a:ext cx="1097208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27">
    <p:bg>
      <p:bgPr>
        <a:solidFill>
          <a:srgbClr val="212121"/>
        </a:solidFill>
      </p:bgPr>
    </p:bg>
    <p:spTree>
      <p:nvGrpSpPr>
        <p:cNvPr id="1" name=""/>
        <p:cNvGrpSpPr/>
        <p:nvPr/>
      </p:nvGrpSpPr>
      <p:grpSpPr>
        <a:xfrm>
          <a:off x="0" y="0"/>
          <a:ext cx="0" cy="0"/>
          <a:chOff x="0" y="0"/>
          <a:chExt cx="0" cy="0"/>
        </a:xfrm>
      </p:grpSpPr>
      <p:sp>
        <p:nvSpPr>
          <p:cNvPr id="158" name="CustomShape 1"/>
          <p:cNvSpPr/>
          <p:nvPr/>
        </p:nvSpPr>
        <p:spPr>
          <a:xfrm>
            <a:off x="0" y="0"/>
            <a:ext cx="12191040" cy="2184840"/>
          </a:xfrm>
          <a:custGeom>
            <a:avLst/>
            <a:gdLst>
              <a:gd name="textAreaLeft" fmla="*/ 0 w 12191040"/>
              <a:gd name="textAreaRight" fmla="*/ 12191400 w 12191040"/>
              <a:gd name="textAreaTop" fmla="*/ 0 h 2184840"/>
              <a:gd name="textAreaBottom" fmla="*/ 2185200 h 2184840"/>
            </a:gdLst>
            <a:ahLst/>
            <a:cxnLst/>
            <a:rect l="textAreaLeft" t="textAreaTop" r="textAreaRight" b="textAreaBottom"/>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59"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160"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161"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162"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163" name="PlaceHolder 5"/>
          <p:cNvSpPr>
            <a:spLocks noGrp="1"/>
          </p:cNvSpPr>
          <p:nvPr>
            <p:ph type="body"/>
          </p:nvPr>
        </p:nvSpPr>
        <p:spPr>
          <a:xfrm>
            <a:off x="6231960" y="368208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8">
    <p:bg>
      <p:bgPr>
        <a:solidFill>
          <a:srgbClr val="212121"/>
        </a:solidFill>
      </p:bgPr>
    </p:bg>
    <p:spTree>
      <p:nvGrpSpPr>
        <p:cNvPr id="1" name=""/>
        <p:cNvGrpSpPr/>
        <p:nvPr/>
      </p:nvGrpSpPr>
      <p:grpSpPr>
        <a:xfrm>
          <a:off x="0" y="0"/>
          <a:ext cx="0" cy="0"/>
          <a:chOff x="0" y="0"/>
          <a:chExt cx="0" cy="0"/>
        </a:xfrm>
      </p:grpSpPr>
      <p:sp>
        <p:nvSpPr>
          <p:cNvPr id="164" name="CustomShape 1"/>
          <p:cNvSpPr/>
          <p:nvPr/>
        </p:nvSpPr>
        <p:spPr>
          <a:xfrm>
            <a:off x="0" y="0"/>
            <a:ext cx="12191040" cy="2184840"/>
          </a:xfrm>
          <a:custGeom>
            <a:avLst/>
            <a:gdLst>
              <a:gd name="textAreaLeft" fmla="*/ 0 w 12191040"/>
              <a:gd name="textAreaRight" fmla="*/ 12191400 w 12191040"/>
              <a:gd name="textAreaTop" fmla="*/ 0 h 2184840"/>
              <a:gd name="textAreaBottom" fmla="*/ 2185200 h 2184840"/>
            </a:gdLst>
            <a:ahLst/>
            <a:cxnLst/>
            <a:rect l="textAreaLeft" t="textAreaTop" r="textAreaRight" b="textAreaBottom"/>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65"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166" name="PlaceHolder 2"/>
          <p:cNvSpPr>
            <a:spLocks noGrp="1"/>
          </p:cNvSpPr>
          <p:nvPr>
            <p:ph type="body"/>
          </p:nvPr>
        </p:nvSpPr>
        <p:spPr>
          <a:xfrm>
            <a:off x="60948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167" name="PlaceHolder 3"/>
          <p:cNvSpPr>
            <a:spLocks noGrp="1"/>
          </p:cNvSpPr>
          <p:nvPr>
            <p:ph type="body"/>
          </p:nvPr>
        </p:nvSpPr>
        <p:spPr>
          <a:xfrm>
            <a:off x="431964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168" name="PlaceHolder 4"/>
          <p:cNvSpPr>
            <a:spLocks noGrp="1"/>
          </p:cNvSpPr>
          <p:nvPr>
            <p:ph type="body"/>
          </p:nvPr>
        </p:nvSpPr>
        <p:spPr>
          <a:xfrm>
            <a:off x="802980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169" name="PlaceHolder 5"/>
          <p:cNvSpPr>
            <a:spLocks noGrp="1"/>
          </p:cNvSpPr>
          <p:nvPr>
            <p:ph type="body"/>
          </p:nvPr>
        </p:nvSpPr>
        <p:spPr>
          <a:xfrm>
            <a:off x="60948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170" name="PlaceHolder 6"/>
          <p:cNvSpPr>
            <a:spLocks noGrp="1"/>
          </p:cNvSpPr>
          <p:nvPr>
            <p:ph type="body"/>
          </p:nvPr>
        </p:nvSpPr>
        <p:spPr>
          <a:xfrm>
            <a:off x="431964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171" name="PlaceHolder 7"/>
          <p:cNvSpPr>
            <a:spLocks noGrp="1"/>
          </p:cNvSpPr>
          <p:nvPr>
            <p:ph type="body"/>
          </p:nvPr>
        </p:nvSpPr>
        <p:spPr>
          <a:xfrm>
            <a:off x="802980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9">
    <p:bg>
      <p:bgPr>
        <a:solidFill>
          <a:srgbClr val="212121"/>
        </a:solidFill>
      </p:bgPr>
    </p:bg>
    <p:spTree>
      <p:nvGrpSpPr>
        <p:cNvPr id="1" name=""/>
        <p:cNvGrpSpPr/>
        <p:nvPr/>
      </p:nvGrpSpPr>
      <p:grpSpPr>
        <a:xfrm>
          <a:off x="0" y="0"/>
          <a:ext cx="0" cy="0"/>
          <a:chOff x="0" y="0"/>
          <a:chExt cx="0" cy="0"/>
        </a:xfrm>
      </p:grpSpPr>
      <p:sp>
        <p:nvSpPr>
          <p:cNvPr id="172" name="CustomShape 1"/>
          <p:cNvSpPr/>
          <p:nvPr/>
        </p:nvSpPr>
        <p:spPr>
          <a:xfrm>
            <a:off x="0" y="0"/>
            <a:ext cx="12191040" cy="2184840"/>
          </a:xfrm>
          <a:custGeom>
            <a:avLst/>
            <a:gdLst>
              <a:gd name="textAreaLeft" fmla="*/ 0 w 12191040"/>
              <a:gd name="textAreaRight" fmla="*/ 12191400 w 12191040"/>
              <a:gd name="textAreaTop" fmla="*/ 0 h 2184840"/>
              <a:gd name="textAreaBottom" fmla="*/ 2185200 h 2184840"/>
            </a:gdLst>
            <a:ahLst/>
            <a:cxnLst/>
            <a:rect l="textAreaLeft" t="textAreaTop" r="textAreaRight" b="textAreaBottom"/>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7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lang="en-US" sz="4400" b="0" u="none" strike="noStrike">
                <a:solidFill>
                  <a:srgbClr val="ffffff"/>
                </a:solidFill>
                <a:effectLst/>
                <a:uFillTx/>
                <a:latin typeface="Noto Serif"/>
              </a:rPr>
              <a:t>Click to edit the title text format</a:t>
            </a:r>
            <a:endParaRPr lang="en-US" sz="4400" b="0" u="none" strike="noStrike">
              <a:solidFill>
                <a:srgbClr val="ffffff"/>
              </a:solidFill>
              <a:effectLst/>
              <a:uFillTx/>
              <a:latin typeface="Noto Serif"/>
            </a:endParaRPr>
          </a:p>
        </p:txBody>
      </p:sp>
      <p:sp>
        <p:nvSpPr>
          <p:cNvPr id="174"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lang="en-US" sz="3200" b="0" u="none" strike="noStrike">
                <a:solidFill>
                  <a:srgbClr val="ffffff"/>
                </a:solidFill>
                <a:effectLst/>
                <a:uFillTx/>
                <a:latin typeface="Noto Serif"/>
              </a:rPr>
              <a:t>Click to edit the outline text format</a:t>
            </a:r>
            <a:endParaRPr lang="en-US" sz="32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2800" b="0" u="none" strike="noStrike">
                <a:solidFill>
                  <a:srgbClr val="ffffff"/>
                </a:solidFill>
                <a:effectLst/>
                <a:uFillTx/>
                <a:latin typeface="Noto Serif"/>
              </a:rPr>
              <a:t>Second Outline Level</a:t>
            </a:r>
            <a:endParaRPr lang="en-US" sz="2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2400" b="0" u="none" strike="noStrike">
                <a:solidFill>
                  <a:srgbClr val="ffffff"/>
                </a:solidFill>
                <a:effectLst/>
                <a:uFillTx/>
                <a:latin typeface="Noto Serif"/>
              </a:rPr>
              <a:t>Third Outline Level</a:t>
            </a:r>
            <a:endParaRPr lang="en-US" sz="24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2000" b="0" u="none" strike="noStrike">
                <a:solidFill>
                  <a:srgbClr val="ffffff"/>
                </a:solidFill>
                <a:effectLst/>
                <a:uFillTx/>
                <a:latin typeface="Noto Serif"/>
              </a:rPr>
              <a:t>Fourth Outline Level</a:t>
            </a:r>
            <a:endParaRPr lang="en-US" sz="20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2000" b="0" u="none" strike="noStrike">
                <a:solidFill>
                  <a:srgbClr val="ffffff"/>
                </a:solidFill>
                <a:effectLst/>
                <a:uFillTx/>
                <a:latin typeface="Noto Serif"/>
              </a:rPr>
              <a:t>Fifth Outline Level</a:t>
            </a:r>
            <a:endParaRPr lang="en-US" sz="20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2000" b="0" u="none" strike="noStrike">
                <a:solidFill>
                  <a:srgbClr val="ffffff"/>
                </a:solidFill>
                <a:effectLst/>
                <a:uFillTx/>
                <a:latin typeface="Noto Serif"/>
              </a:rPr>
              <a:t>Sixth Outline Level</a:t>
            </a:r>
            <a:endParaRPr lang="en-US" sz="20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2000" b="0" u="none" strike="noStrike">
                <a:solidFill>
                  <a:srgbClr val="ffffff"/>
                </a:solidFill>
                <a:effectLst/>
                <a:uFillTx/>
                <a:latin typeface="Noto Serif"/>
              </a:rPr>
              <a:t>Seventh Outline Level</a:t>
            </a:r>
            <a:endParaRPr lang="en-US" sz="2000" b="0" u="none" strike="noStrike">
              <a:solidFill>
                <a:srgbClr val="ffffff"/>
              </a:solidFill>
              <a:effectLst/>
              <a:uFillTx/>
              <a:latin typeface="Noto Serif"/>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30">
    <p:bg>
      <p:bgPr>
        <a:solidFill>
          <a:srgbClr val="212121"/>
        </a:solidFill>
      </p:bgPr>
    </p:bg>
    <p:spTree>
      <p:nvGrpSpPr>
        <p:cNvPr id="1" name=""/>
        <p:cNvGrpSpPr/>
        <p:nvPr/>
      </p:nvGrpSpPr>
      <p:grpSpPr>
        <a:xfrm>
          <a:off x="0" y="0"/>
          <a:ext cx="0" cy="0"/>
          <a:chOff x="0" y="0"/>
          <a:chExt cx="0" cy="0"/>
        </a:xfrm>
      </p:grpSpPr>
      <p:sp>
        <p:nvSpPr>
          <p:cNvPr id="175" name="CustomShape 1"/>
          <p:cNvSpPr/>
          <p:nvPr/>
        </p:nvSpPr>
        <p:spPr>
          <a:xfrm>
            <a:off x="0" y="0"/>
            <a:ext cx="12191040" cy="2184840"/>
          </a:xfrm>
          <a:custGeom>
            <a:avLst/>
            <a:gdLst>
              <a:gd name="textAreaLeft" fmla="*/ 0 w 12191040"/>
              <a:gd name="textAreaRight" fmla="*/ 12191400 w 12191040"/>
              <a:gd name="textAreaTop" fmla="*/ 0 h 2184840"/>
              <a:gd name="textAreaBottom" fmla="*/ 2185200 h 2184840"/>
            </a:gdLst>
            <a:ahLst/>
            <a:cxnLst/>
            <a:rect l="textAreaLeft" t="textAreaTop" r="textAreaRight" b="textAreaBottom"/>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76"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31">
    <p:bg>
      <p:bgPr>
        <a:solidFill>
          <a:srgbClr val="212121"/>
        </a:solidFill>
      </p:bgPr>
    </p:bg>
    <p:spTree>
      <p:nvGrpSpPr>
        <p:cNvPr id="1" name=""/>
        <p:cNvGrpSpPr/>
        <p:nvPr/>
      </p:nvGrpSpPr>
      <p:grpSpPr>
        <a:xfrm>
          <a:off x="0" y="0"/>
          <a:ext cx="0" cy="0"/>
          <a:chOff x="0" y="0"/>
          <a:chExt cx="0" cy="0"/>
        </a:xfrm>
      </p:grpSpPr>
      <p:sp>
        <p:nvSpPr>
          <p:cNvPr id="177" name="CustomShape 1"/>
          <p:cNvSpPr/>
          <p:nvPr/>
        </p:nvSpPr>
        <p:spPr>
          <a:xfrm>
            <a:off x="0" y="0"/>
            <a:ext cx="12191040" cy="2184840"/>
          </a:xfrm>
          <a:custGeom>
            <a:avLst/>
            <a:gdLst>
              <a:gd name="textAreaLeft" fmla="*/ 0 w 12191040"/>
              <a:gd name="textAreaRight" fmla="*/ 12191400 w 12191040"/>
              <a:gd name="textAreaTop" fmla="*/ 0 h 2184840"/>
              <a:gd name="textAreaBottom" fmla="*/ 2185200 h 2184840"/>
            </a:gdLst>
            <a:ahLst/>
            <a:cxnLst/>
            <a:rect l="textAreaLeft" t="textAreaTop" r="textAreaRight" b="textAreaBottom"/>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78"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179"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32">
    <p:bg>
      <p:bgPr>
        <a:solidFill>
          <a:srgbClr val="212121"/>
        </a:solidFill>
      </p:bgPr>
    </p:bg>
    <p:spTree>
      <p:nvGrpSpPr>
        <p:cNvPr id="1" name=""/>
        <p:cNvGrpSpPr/>
        <p:nvPr/>
      </p:nvGrpSpPr>
      <p:grpSpPr>
        <a:xfrm>
          <a:off x="0" y="0"/>
          <a:ext cx="0" cy="0"/>
          <a:chOff x="0" y="0"/>
          <a:chExt cx="0" cy="0"/>
        </a:xfrm>
      </p:grpSpPr>
      <p:sp>
        <p:nvSpPr>
          <p:cNvPr id="180" name="CustomShape 1"/>
          <p:cNvSpPr/>
          <p:nvPr/>
        </p:nvSpPr>
        <p:spPr>
          <a:xfrm>
            <a:off x="0" y="0"/>
            <a:ext cx="12191040" cy="2184840"/>
          </a:xfrm>
          <a:custGeom>
            <a:avLst/>
            <a:gdLst>
              <a:gd name="textAreaLeft" fmla="*/ 0 w 12191040"/>
              <a:gd name="textAreaRight" fmla="*/ 12191400 w 12191040"/>
              <a:gd name="textAreaTop" fmla="*/ 0 h 2184840"/>
              <a:gd name="textAreaBottom" fmla="*/ 2185200 h 2184840"/>
            </a:gdLst>
            <a:ahLst/>
            <a:cxnLst/>
            <a:rect l="textAreaLeft" t="textAreaTop" r="textAreaRight" b="textAreaBottom"/>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81"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182"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183"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33">
    <p:bg>
      <p:bgPr>
        <a:solidFill>
          <a:srgbClr val="212121"/>
        </a:solidFill>
      </p:bgPr>
    </p:bg>
    <p:spTree>
      <p:nvGrpSpPr>
        <p:cNvPr id="1" name=""/>
        <p:cNvGrpSpPr/>
        <p:nvPr/>
      </p:nvGrpSpPr>
      <p:grpSpPr>
        <a:xfrm>
          <a:off x="0" y="0"/>
          <a:ext cx="0" cy="0"/>
          <a:chOff x="0" y="0"/>
          <a:chExt cx="0" cy="0"/>
        </a:xfrm>
      </p:grpSpPr>
      <p:sp>
        <p:nvSpPr>
          <p:cNvPr id="184" name="CustomShape 1"/>
          <p:cNvSpPr/>
          <p:nvPr/>
        </p:nvSpPr>
        <p:spPr>
          <a:xfrm>
            <a:off x="0" y="0"/>
            <a:ext cx="12191040" cy="2184840"/>
          </a:xfrm>
          <a:custGeom>
            <a:avLst/>
            <a:gdLst>
              <a:gd name="textAreaLeft" fmla="*/ 0 w 12191040"/>
              <a:gd name="textAreaRight" fmla="*/ 12191400 w 12191040"/>
              <a:gd name="textAreaTop" fmla="*/ 0 h 2184840"/>
              <a:gd name="textAreaBottom" fmla="*/ 2185200 h 2184840"/>
            </a:gdLst>
            <a:ahLst/>
            <a:cxnLst/>
            <a:rect l="textAreaLeft" t="textAreaTop" r="textAreaRight" b="textAreaBottom"/>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85"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Default 34">
    <p:bg>
      <p:bgPr>
        <a:solidFill>
          <a:srgbClr val="212121"/>
        </a:solidFill>
      </p:bgPr>
    </p:bg>
    <p:spTree>
      <p:nvGrpSpPr>
        <p:cNvPr id="1" name=""/>
        <p:cNvGrpSpPr/>
        <p:nvPr/>
      </p:nvGrpSpPr>
      <p:grpSpPr>
        <a:xfrm>
          <a:off x="0" y="0"/>
          <a:ext cx="0" cy="0"/>
          <a:chOff x="0" y="0"/>
          <a:chExt cx="0" cy="0"/>
        </a:xfrm>
      </p:grpSpPr>
      <p:sp>
        <p:nvSpPr>
          <p:cNvPr id="186" name="CustomShape 1"/>
          <p:cNvSpPr/>
          <p:nvPr/>
        </p:nvSpPr>
        <p:spPr>
          <a:xfrm>
            <a:off x="0" y="0"/>
            <a:ext cx="12191040" cy="2184840"/>
          </a:xfrm>
          <a:custGeom>
            <a:avLst/>
            <a:gdLst>
              <a:gd name="textAreaLeft" fmla="*/ 0 w 12191040"/>
              <a:gd name="textAreaRight" fmla="*/ 12191400 w 12191040"/>
              <a:gd name="textAreaTop" fmla="*/ 0 h 2184840"/>
              <a:gd name="textAreaBottom" fmla="*/ 2185200 h 2184840"/>
            </a:gdLst>
            <a:ahLst/>
            <a:cxnLst/>
            <a:rect l="textAreaLeft" t="textAreaTop" r="textAreaRight" b="textAreaBottom"/>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35">
    <p:bg>
      <p:bgPr>
        <a:solidFill>
          <a:srgbClr val="212121"/>
        </a:solidFill>
      </p:bgPr>
    </p:bg>
    <p:spTree>
      <p:nvGrpSpPr>
        <p:cNvPr id="1" name=""/>
        <p:cNvGrpSpPr/>
        <p:nvPr/>
      </p:nvGrpSpPr>
      <p:grpSpPr>
        <a:xfrm>
          <a:off x="0" y="0"/>
          <a:ext cx="0" cy="0"/>
          <a:chOff x="0" y="0"/>
          <a:chExt cx="0" cy="0"/>
        </a:xfrm>
      </p:grpSpPr>
      <p:sp>
        <p:nvSpPr>
          <p:cNvPr id="187" name="CustomShape 1"/>
          <p:cNvSpPr/>
          <p:nvPr/>
        </p:nvSpPr>
        <p:spPr>
          <a:xfrm>
            <a:off x="0" y="0"/>
            <a:ext cx="12191040" cy="2184840"/>
          </a:xfrm>
          <a:custGeom>
            <a:avLst/>
            <a:gdLst>
              <a:gd name="textAreaLeft" fmla="*/ 0 w 12191040"/>
              <a:gd name="textAreaRight" fmla="*/ 12191400 w 12191040"/>
              <a:gd name="textAreaTop" fmla="*/ 0 h 2184840"/>
              <a:gd name="textAreaBottom" fmla="*/ 2185200 h 2184840"/>
            </a:gdLst>
            <a:ahLst/>
            <a:cxnLst/>
            <a:rect l="textAreaLeft" t="textAreaTop" r="textAreaRight" b="textAreaBottom"/>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88"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189"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190"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191"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36">
    <p:bg>
      <p:bgPr>
        <a:solidFill>
          <a:srgbClr val="212121"/>
        </a:solidFill>
      </p:bgPr>
    </p:bg>
    <p:spTree>
      <p:nvGrpSpPr>
        <p:cNvPr id="1" name=""/>
        <p:cNvGrpSpPr/>
        <p:nvPr/>
      </p:nvGrpSpPr>
      <p:grpSpPr>
        <a:xfrm>
          <a:off x="0" y="0"/>
          <a:ext cx="0" cy="0"/>
          <a:chOff x="0" y="0"/>
          <a:chExt cx="0" cy="0"/>
        </a:xfrm>
      </p:grpSpPr>
      <p:sp>
        <p:nvSpPr>
          <p:cNvPr id="192" name="CustomShape 1"/>
          <p:cNvSpPr/>
          <p:nvPr/>
        </p:nvSpPr>
        <p:spPr>
          <a:xfrm>
            <a:off x="0" y="0"/>
            <a:ext cx="12191040" cy="2184840"/>
          </a:xfrm>
          <a:custGeom>
            <a:avLst/>
            <a:gdLst>
              <a:gd name="textAreaLeft" fmla="*/ 0 w 12191040"/>
              <a:gd name="textAreaRight" fmla="*/ 12191400 w 12191040"/>
              <a:gd name="textAreaTop" fmla="*/ 0 h 2184840"/>
              <a:gd name="textAreaBottom" fmla="*/ 2185200 h 2184840"/>
            </a:gdLst>
            <a:ahLst/>
            <a:cxnLst/>
            <a:rect l="textAreaLeft" t="textAreaTop" r="textAreaRight" b="textAreaBottom"/>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93"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194"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195"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196" name="PlaceHolder 4"/>
          <p:cNvSpPr>
            <a:spLocks noGrp="1"/>
          </p:cNvSpPr>
          <p:nvPr>
            <p:ph type="body"/>
          </p:nvPr>
        </p:nvSpPr>
        <p:spPr>
          <a:xfrm>
            <a:off x="6231960" y="368208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37">
    <p:bg>
      <p:bgPr>
        <a:solidFill>
          <a:srgbClr val="212121"/>
        </a:solidFill>
      </p:bgPr>
    </p:bg>
    <p:spTree>
      <p:nvGrpSpPr>
        <p:cNvPr id="1" name=""/>
        <p:cNvGrpSpPr/>
        <p:nvPr/>
      </p:nvGrpSpPr>
      <p:grpSpPr>
        <a:xfrm>
          <a:off x="0" y="0"/>
          <a:ext cx="0" cy="0"/>
          <a:chOff x="0" y="0"/>
          <a:chExt cx="0" cy="0"/>
        </a:xfrm>
      </p:grpSpPr>
      <p:sp>
        <p:nvSpPr>
          <p:cNvPr id="197" name="CustomShape 1"/>
          <p:cNvSpPr/>
          <p:nvPr/>
        </p:nvSpPr>
        <p:spPr>
          <a:xfrm>
            <a:off x="0" y="0"/>
            <a:ext cx="12191040" cy="2184840"/>
          </a:xfrm>
          <a:custGeom>
            <a:avLst/>
            <a:gdLst>
              <a:gd name="textAreaLeft" fmla="*/ 0 w 12191040"/>
              <a:gd name="textAreaRight" fmla="*/ 12191400 w 12191040"/>
              <a:gd name="textAreaTop" fmla="*/ 0 h 2184840"/>
              <a:gd name="textAreaBottom" fmla="*/ 2185200 h 2184840"/>
            </a:gdLst>
            <a:ahLst/>
            <a:cxnLst/>
            <a:rect l="textAreaLeft" t="textAreaTop" r="textAreaRight" b="textAreaBottom"/>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198"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199"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00"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01" name="PlaceHolder 4"/>
          <p:cNvSpPr>
            <a:spLocks noGrp="1"/>
          </p:cNvSpPr>
          <p:nvPr>
            <p:ph type="body"/>
          </p:nvPr>
        </p:nvSpPr>
        <p:spPr>
          <a:xfrm>
            <a:off x="609480" y="3682080"/>
            <a:ext cx="1097208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38">
    <p:bg>
      <p:bgPr>
        <a:solidFill>
          <a:srgbClr val="212121"/>
        </a:solidFill>
      </p:bgPr>
    </p:bg>
    <p:spTree>
      <p:nvGrpSpPr>
        <p:cNvPr id="1" name=""/>
        <p:cNvGrpSpPr/>
        <p:nvPr/>
      </p:nvGrpSpPr>
      <p:grpSpPr>
        <a:xfrm>
          <a:off x="0" y="0"/>
          <a:ext cx="0" cy="0"/>
          <a:chOff x="0" y="0"/>
          <a:chExt cx="0" cy="0"/>
        </a:xfrm>
      </p:grpSpPr>
      <p:sp>
        <p:nvSpPr>
          <p:cNvPr id="202" name="CustomShape 1"/>
          <p:cNvSpPr/>
          <p:nvPr/>
        </p:nvSpPr>
        <p:spPr>
          <a:xfrm>
            <a:off x="0" y="0"/>
            <a:ext cx="12191040" cy="2184840"/>
          </a:xfrm>
          <a:custGeom>
            <a:avLst/>
            <a:gdLst>
              <a:gd name="textAreaLeft" fmla="*/ 0 w 12191040"/>
              <a:gd name="textAreaRight" fmla="*/ 12191400 w 12191040"/>
              <a:gd name="textAreaTop" fmla="*/ 0 h 2184840"/>
              <a:gd name="textAreaBottom" fmla="*/ 2185200 h 2184840"/>
            </a:gdLst>
            <a:ahLst/>
            <a:cxnLst/>
            <a:rect l="textAreaLeft" t="textAreaTop" r="textAreaRight" b="textAreaBottom"/>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203"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204" name="PlaceHolder 2"/>
          <p:cNvSpPr>
            <a:spLocks noGrp="1"/>
          </p:cNvSpPr>
          <p:nvPr>
            <p:ph type="body"/>
          </p:nvPr>
        </p:nvSpPr>
        <p:spPr>
          <a:xfrm>
            <a:off x="609480" y="1604520"/>
            <a:ext cx="1097208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05" name="PlaceHolder 3"/>
          <p:cNvSpPr>
            <a:spLocks noGrp="1"/>
          </p:cNvSpPr>
          <p:nvPr>
            <p:ph type="body"/>
          </p:nvPr>
        </p:nvSpPr>
        <p:spPr>
          <a:xfrm>
            <a:off x="609480" y="3682080"/>
            <a:ext cx="1097208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39">
    <p:bg>
      <p:bgPr>
        <a:solidFill>
          <a:srgbClr val="212121"/>
        </a:solidFill>
      </p:bgPr>
    </p:bg>
    <p:spTree>
      <p:nvGrpSpPr>
        <p:cNvPr id="1" name=""/>
        <p:cNvGrpSpPr/>
        <p:nvPr/>
      </p:nvGrpSpPr>
      <p:grpSpPr>
        <a:xfrm>
          <a:off x="0" y="0"/>
          <a:ext cx="0" cy="0"/>
          <a:chOff x="0" y="0"/>
          <a:chExt cx="0" cy="0"/>
        </a:xfrm>
      </p:grpSpPr>
      <p:sp>
        <p:nvSpPr>
          <p:cNvPr id="206" name="CustomShape 1"/>
          <p:cNvSpPr/>
          <p:nvPr/>
        </p:nvSpPr>
        <p:spPr>
          <a:xfrm>
            <a:off x="0" y="0"/>
            <a:ext cx="12191040" cy="2184840"/>
          </a:xfrm>
          <a:custGeom>
            <a:avLst/>
            <a:gdLst>
              <a:gd name="textAreaLeft" fmla="*/ 0 w 12191040"/>
              <a:gd name="textAreaRight" fmla="*/ 12191400 w 12191040"/>
              <a:gd name="textAreaTop" fmla="*/ 0 h 2184840"/>
              <a:gd name="textAreaBottom" fmla="*/ 2185200 h 2184840"/>
            </a:gdLst>
            <a:ahLst/>
            <a:cxnLst/>
            <a:rect l="textAreaLeft" t="textAreaTop" r="textAreaRight" b="textAreaBottom"/>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207"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208"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09"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10"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11" name="PlaceHolder 5"/>
          <p:cNvSpPr>
            <a:spLocks noGrp="1"/>
          </p:cNvSpPr>
          <p:nvPr>
            <p:ph type="body"/>
          </p:nvPr>
        </p:nvSpPr>
        <p:spPr>
          <a:xfrm>
            <a:off x="6231960" y="368208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0">
    <p:bg>
      <p:bgPr>
        <a:solidFill>
          <a:srgbClr val="212121"/>
        </a:solidFill>
      </p:bgPr>
    </p:bg>
    <p:spTree>
      <p:nvGrpSpPr>
        <p:cNvPr id="1" name=""/>
        <p:cNvGrpSpPr/>
        <p:nvPr/>
      </p:nvGrpSpPr>
      <p:grpSpPr>
        <a:xfrm>
          <a:off x="0" y="0"/>
          <a:ext cx="0" cy="0"/>
          <a:chOff x="0" y="0"/>
          <a:chExt cx="0" cy="0"/>
        </a:xfrm>
      </p:grpSpPr>
      <p:sp>
        <p:nvSpPr>
          <p:cNvPr id="212" name="CustomShape 1"/>
          <p:cNvSpPr/>
          <p:nvPr/>
        </p:nvSpPr>
        <p:spPr>
          <a:xfrm>
            <a:off x="0" y="0"/>
            <a:ext cx="12191040" cy="2184840"/>
          </a:xfrm>
          <a:custGeom>
            <a:avLst/>
            <a:gdLst>
              <a:gd name="textAreaLeft" fmla="*/ 0 w 12191040"/>
              <a:gd name="textAreaRight" fmla="*/ 12191400 w 12191040"/>
              <a:gd name="textAreaTop" fmla="*/ 0 h 2184840"/>
              <a:gd name="textAreaBottom" fmla="*/ 2185200 h 2184840"/>
            </a:gdLst>
            <a:ahLst/>
            <a:cxnLst/>
            <a:rect l="textAreaLeft" t="textAreaTop" r="textAreaRight" b="textAreaBottom"/>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213"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214" name="PlaceHolder 2"/>
          <p:cNvSpPr>
            <a:spLocks noGrp="1"/>
          </p:cNvSpPr>
          <p:nvPr>
            <p:ph type="body"/>
          </p:nvPr>
        </p:nvSpPr>
        <p:spPr>
          <a:xfrm>
            <a:off x="60948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15" name="PlaceHolder 3"/>
          <p:cNvSpPr>
            <a:spLocks noGrp="1"/>
          </p:cNvSpPr>
          <p:nvPr>
            <p:ph type="body"/>
          </p:nvPr>
        </p:nvSpPr>
        <p:spPr>
          <a:xfrm>
            <a:off x="431964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16" name="PlaceHolder 4"/>
          <p:cNvSpPr>
            <a:spLocks noGrp="1"/>
          </p:cNvSpPr>
          <p:nvPr>
            <p:ph type="body"/>
          </p:nvPr>
        </p:nvSpPr>
        <p:spPr>
          <a:xfrm>
            <a:off x="802980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17" name="PlaceHolder 5"/>
          <p:cNvSpPr>
            <a:spLocks noGrp="1"/>
          </p:cNvSpPr>
          <p:nvPr>
            <p:ph type="body"/>
          </p:nvPr>
        </p:nvSpPr>
        <p:spPr>
          <a:xfrm>
            <a:off x="60948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18" name="PlaceHolder 6"/>
          <p:cNvSpPr>
            <a:spLocks noGrp="1"/>
          </p:cNvSpPr>
          <p:nvPr>
            <p:ph type="body"/>
          </p:nvPr>
        </p:nvSpPr>
        <p:spPr>
          <a:xfrm>
            <a:off x="431964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19" name="PlaceHolder 7"/>
          <p:cNvSpPr>
            <a:spLocks noGrp="1"/>
          </p:cNvSpPr>
          <p:nvPr>
            <p:ph type="body"/>
          </p:nvPr>
        </p:nvSpPr>
        <p:spPr>
          <a:xfrm>
            <a:off x="802980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1">
    <p:bg>
      <p:bgPr>
        <a:solidFill>
          <a:srgbClr val="212121"/>
        </a:solidFill>
      </p:bgPr>
    </p:bg>
    <p:spTree>
      <p:nvGrpSpPr>
        <p:cNvPr id="1" name=""/>
        <p:cNvGrpSpPr/>
        <p:nvPr/>
      </p:nvGrpSpPr>
      <p:grpSpPr>
        <a:xfrm>
          <a:off x="0" y="0"/>
          <a:ext cx="0" cy="0"/>
          <a:chOff x="0" y="0"/>
          <a:chExt cx="0" cy="0"/>
        </a:xfrm>
      </p:grpSpPr>
      <p:sp>
        <p:nvSpPr>
          <p:cNvPr id="220" name="CustomShape 1"/>
          <p:cNvSpPr/>
          <p:nvPr/>
        </p:nvSpPr>
        <p:spPr>
          <a:xfrm>
            <a:off x="0" y="0"/>
            <a:ext cx="12191040" cy="2184840"/>
          </a:xfrm>
          <a:custGeom>
            <a:avLst/>
            <a:gdLst>
              <a:gd name="textAreaLeft" fmla="*/ 0 w 12191040"/>
              <a:gd name="textAreaRight" fmla="*/ 12191400 w 12191040"/>
              <a:gd name="textAreaTop" fmla="*/ 0 h 2184840"/>
              <a:gd name="textAreaBottom" fmla="*/ 2185200 h 2184840"/>
            </a:gdLst>
            <a:ahLst/>
            <a:cxnLst/>
            <a:rect l="textAreaLeft" t="textAreaTop" r="textAreaRight" b="textAreaBottom"/>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42">
    <p:bg>
      <p:bgPr>
        <a:solidFill>
          <a:srgbClr val="212121"/>
        </a:solidFill>
      </p:bgPr>
    </p:bg>
    <p:spTree>
      <p:nvGrpSpPr>
        <p:cNvPr id="1" name=""/>
        <p:cNvGrpSpPr/>
        <p:nvPr/>
      </p:nvGrpSpPr>
      <p:grpSpPr>
        <a:xfrm>
          <a:off x="0" y="0"/>
          <a:ext cx="0" cy="0"/>
          <a:chOff x="0" y="0"/>
          <a:chExt cx="0" cy="0"/>
        </a:xfrm>
      </p:grpSpPr>
      <p:sp>
        <p:nvSpPr>
          <p:cNvPr id="221" name="CustomShape 1"/>
          <p:cNvSpPr/>
          <p:nvPr/>
        </p:nvSpPr>
        <p:spPr>
          <a:xfrm>
            <a:off x="0" y="0"/>
            <a:ext cx="12191040" cy="2184840"/>
          </a:xfrm>
          <a:custGeom>
            <a:avLst/>
            <a:gdLst>
              <a:gd name="textAreaLeft" fmla="*/ 0 w 12191040"/>
              <a:gd name="textAreaRight" fmla="*/ 12191400 w 12191040"/>
              <a:gd name="textAreaTop" fmla="*/ 0 h 2184840"/>
              <a:gd name="textAreaBottom" fmla="*/ 2185200 h 2184840"/>
            </a:gdLst>
            <a:ahLst/>
            <a:cxnLst/>
            <a:rect l="textAreaLeft" t="textAreaTop" r="textAreaRight" b="textAreaBottom"/>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222"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43">
    <p:bg>
      <p:bgPr>
        <a:solidFill>
          <a:srgbClr val="212121"/>
        </a:solidFill>
      </p:bgPr>
    </p:bg>
    <p:spTree>
      <p:nvGrpSpPr>
        <p:cNvPr id="1" name=""/>
        <p:cNvGrpSpPr/>
        <p:nvPr/>
      </p:nvGrpSpPr>
      <p:grpSpPr>
        <a:xfrm>
          <a:off x="0" y="0"/>
          <a:ext cx="0" cy="0"/>
          <a:chOff x="0" y="0"/>
          <a:chExt cx="0" cy="0"/>
        </a:xfrm>
      </p:grpSpPr>
      <p:sp>
        <p:nvSpPr>
          <p:cNvPr id="223" name="CustomShape 1"/>
          <p:cNvSpPr/>
          <p:nvPr/>
        </p:nvSpPr>
        <p:spPr>
          <a:xfrm>
            <a:off x="0" y="0"/>
            <a:ext cx="12191040" cy="2184840"/>
          </a:xfrm>
          <a:custGeom>
            <a:avLst/>
            <a:gdLst>
              <a:gd name="textAreaLeft" fmla="*/ 0 w 12191040"/>
              <a:gd name="textAreaRight" fmla="*/ 12191400 w 12191040"/>
              <a:gd name="textAreaTop" fmla="*/ 0 h 2184840"/>
              <a:gd name="textAreaBottom" fmla="*/ 2185200 h 2184840"/>
            </a:gdLst>
            <a:ahLst/>
            <a:cxnLst/>
            <a:rect l="textAreaLeft" t="textAreaTop" r="textAreaRight" b="textAreaBottom"/>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224"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225"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44">
    <p:bg>
      <p:bgPr>
        <a:solidFill>
          <a:srgbClr val="212121"/>
        </a:solidFill>
      </p:bgPr>
    </p:bg>
    <p:spTree>
      <p:nvGrpSpPr>
        <p:cNvPr id="1" name=""/>
        <p:cNvGrpSpPr/>
        <p:nvPr/>
      </p:nvGrpSpPr>
      <p:grpSpPr>
        <a:xfrm>
          <a:off x="0" y="0"/>
          <a:ext cx="0" cy="0"/>
          <a:chOff x="0" y="0"/>
          <a:chExt cx="0" cy="0"/>
        </a:xfrm>
      </p:grpSpPr>
      <p:sp>
        <p:nvSpPr>
          <p:cNvPr id="226" name="CustomShape 1"/>
          <p:cNvSpPr/>
          <p:nvPr/>
        </p:nvSpPr>
        <p:spPr>
          <a:xfrm>
            <a:off x="0" y="0"/>
            <a:ext cx="12191040" cy="2184840"/>
          </a:xfrm>
          <a:custGeom>
            <a:avLst/>
            <a:gdLst>
              <a:gd name="textAreaLeft" fmla="*/ 0 w 12191040"/>
              <a:gd name="textAreaRight" fmla="*/ 12191400 w 12191040"/>
              <a:gd name="textAreaTop" fmla="*/ 0 h 2184840"/>
              <a:gd name="textAreaBottom" fmla="*/ 2185200 h 2184840"/>
            </a:gdLst>
            <a:ahLst/>
            <a:cxnLst/>
            <a:rect l="textAreaLeft" t="textAreaTop" r="textAreaRight" b="textAreaBottom"/>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227"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228"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29"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45">
    <p:bg>
      <p:bgPr>
        <a:solidFill>
          <a:srgbClr val="212121"/>
        </a:solidFill>
      </p:bgPr>
    </p:bg>
    <p:spTree>
      <p:nvGrpSpPr>
        <p:cNvPr id="1" name=""/>
        <p:cNvGrpSpPr/>
        <p:nvPr/>
      </p:nvGrpSpPr>
      <p:grpSpPr>
        <a:xfrm>
          <a:off x="0" y="0"/>
          <a:ext cx="0" cy="0"/>
          <a:chOff x="0" y="0"/>
          <a:chExt cx="0" cy="0"/>
        </a:xfrm>
      </p:grpSpPr>
      <p:sp>
        <p:nvSpPr>
          <p:cNvPr id="230" name="CustomShape 1"/>
          <p:cNvSpPr/>
          <p:nvPr/>
        </p:nvSpPr>
        <p:spPr>
          <a:xfrm>
            <a:off x="0" y="0"/>
            <a:ext cx="12191040" cy="2184840"/>
          </a:xfrm>
          <a:custGeom>
            <a:avLst/>
            <a:gdLst>
              <a:gd name="textAreaLeft" fmla="*/ 0 w 12191040"/>
              <a:gd name="textAreaRight" fmla="*/ 12191400 w 12191040"/>
              <a:gd name="textAreaTop" fmla="*/ 0 h 2184840"/>
              <a:gd name="textAreaBottom" fmla="*/ 2185200 h 2184840"/>
            </a:gdLst>
            <a:ahLst/>
            <a:cxnLst/>
            <a:rect l="textAreaLeft" t="textAreaTop" r="textAreaRight" b="textAreaBottom"/>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231"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232"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lang="en-US" sz="3200" b="0" u="none" strike="noStrike">
                <a:solidFill>
                  <a:srgbClr val="ffffff"/>
                </a:solidFill>
                <a:effectLst/>
                <a:uFillTx/>
                <a:latin typeface="Noto Serif"/>
              </a:rPr>
              <a:t>Click to edit the outline text format</a:t>
            </a:r>
            <a:endParaRPr lang="en-US" sz="32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2800" b="0" u="none" strike="noStrike">
                <a:solidFill>
                  <a:srgbClr val="ffffff"/>
                </a:solidFill>
                <a:effectLst/>
                <a:uFillTx/>
                <a:latin typeface="Noto Serif"/>
              </a:rPr>
              <a:t>Second Outline Level</a:t>
            </a:r>
            <a:endParaRPr lang="en-US" sz="2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2400" b="0" u="none" strike="noStrike">
                <a:solidFill>
                  <a:srgbClr val="ffffff"/>
                </a:solidFill>
                <a:effectLst/>
                <a:uFillTx/>
                <a:latin typeface="Noto Serif"/>
              </a:rPr>
              <a:t>Third Outline Level</a:t>
            </a:r>
            <a:endParaRPr lang="en-US" sz="24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2000" b="0" u="none" strike="noStrike">
                <a:solidFill>
                  <a:srgbClr val="ffffff"/>
                </a:solidFill>
                <a:effectLst/>
                <a:uFillTx/>
                <a:latin typeface="Noto Serif"/>
              </a:rPr>
              <a:t>Fourth Outline Level</a:t>
            </a:r>
            <a:endParaRPr lang="en-US" sz="20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2000" b="0" u="none" strike="noStrike">
                <a:solidFill>
                  <a:srgbClr val="ffffff"/>
                </a:solidFill>
                <a:effectLst/>
                <a:uFillTx/>
                <a:latin typeface="Noto Serif"/>
              </a:rPr>
              <a:t>Fifth Outline Level</a:t>
            </a:r>
            <a:endParaRPr lang="en-US" sz="20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2000" b="0" u="none" strike="noStrike">
                <a:solidFill>
                  <a:srgbClr val="ffffff"/>
                </a:solidFill>
                <a:effectLst/>
                <a:uFillTx/>
                <a:latin typeface="Noto Serif"/>
              </a:rPr>
              <a:t>Sixth Outline Level</a:t>
            </a:r>
            <a:endParaRPr lang="en-US" sz="20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2000" b="0" u="none" strike="noStrike">
                <a:solidFill>
                  <a:srgbClr val="ffffff"/>
                </a:solidFill>
                <a:effectLst/>
                <a:uFillTx/>
                <a:latin typeface="Noto Serif"/>
              </a:rPr>
              <a:t>Seventh Outline Level</a:t>
            </a:r>
            <a:endParaRPr lang="en-US" sz="2000" b="0" u="none" strike="noStrike">
              <a:solidFill>
                <a:srgbClr val="ffffff"/>
              </a:solidFill>
              <a:effectLst/>
              <a:uFillTx/>
              <a:latin typeface="Noto Serif"/>
            </a:endParaRP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Default 46">
    <p:bg>
      <p:bgPr>
        <a:solidFill>
          <a:srgbClr val="212121"/>
        </a:solidFill>
      </p:bgPr>
    </p:bg>
    <p:spTree>
      <p:nvGrpSpPr>
        <p:cNvPr id="1" name=""/>
        <p:cNvGrpSpPr/>
        <p:nvPr/>
      </p:nvGrpSpPr>
      <p:grpSpPr>
        <a:xfrm>
          <a:off x="0" y="0"/>
          <a:ext cx="0" cy="0"/>
          <a:chOff x="0" y="0"/>
          <a:chExt cx="0" cy="0"/>
        </a:xfrm>
      </p:grpSpPr>
      <p:sp>
        <p:nvSpPr>
          <p:cNvPr id="233" name="CustomShape 1"/>
          <p:cNvSpPr/>
          <p:nvPr/>
        </p:nvSpPr>
        <p:spPr>
          <a:xfrm>
            <a:off x="0" y="0"/>
            <a:ext cx="12191040" cy="2184840"/>
          </a:xfrm>
          <a:custGeom>
            <a:avLst/>
            <a:gdLst>
              <a:gd name="textAreaLeft" fmla="*/ 0 w 12191040"/>
              <a:gd name="textAreaRight" fmla="*/ 12191400 w 12191040"/>
              <a:gd name="textAreaTop" fmla="*/ 0 h 2184840"/>
              <a:gd name="textAreaBottom" fmla="*/ 2185200 h 2184840"/>
            </a:gdLst>
            <a:ahLst/>
            <a:cxnLst/>
            <a:rect l="textAreaLeft" t="textAreaTop" r="textAreaRight" b="textAreaBottom"/>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47">
    <p:bg>
      <p:bgPr>
        <a:solidFill>
          <a:srgbClr val="212121"/>
        </a:solidFill>
      </p:bgPr>
    </p:bg>
    <p:spTree>
      <p:nvGrpSpPr>
        <p:cNvPr id="1" name=""/>
        <p:cNvGrpSpPr/>
        <p:nvPr/>
      </p:nvGrpSpPr>
      <p:grpSpPr>
        <a:xfrm>
          <a:off x="0" y="0"/>
          <a:ext cx="0" cy="0"/>
          <a:chOff x="0" y="0"/>
          <a:chExt cx="0" cy="0"/>
        </a:xfrm>
      </p:grpSpPr>
      <p:sp>
        <p:nvSpPr>
          <p:cNvPr id="234" name="CustomShape 1"/>
          <p:cNvSpPr/>
          <p:nvPr/>
        </p:nvSpPr>
        <p:spPr>
          <a:xfrm>
            <a:off x="0" y="0"/>
            <a:ext cx="12191040" cy="2184840"/>
          </a:xfrm>
          <a:custGeom>
            <a:avLst/>
            <a:gdLst>
              <a:gd name="textAreaLeft" fmla="*/ 0 w 12191040"/>
              <a:gd name="textAreaRight" fmla="*/ 12191400 w 12191040"/>
              <a:gd name="textAreaTop" fmla="*/ 0 h 2184840"/>
              <a:gd name="textAreaBottom" fmla="*/ 2185200 h 2184840"/>
            </a:gdLst>
            <a:ahLst/>
            <a:cxnLst/>
            <a:rect l="textAreaLeft" t="textAreaTop" r="textAreaRight" b="textAreaBottom"/>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0">
            <a:blip r:embed="rId2"/>
            <a:srcRect/>
            <a:tile tx="0" ty="0" sx="99978" sy="99978" algn="tl"/>
          </a:blipFill>
          <a:ln>
            <a:solidFill>
              <a:srgbClr val="ee355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235"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236"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37"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38"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48">
    <p:bg>
      <p:bgPr>
        <a:solidFill>
          <a:srgbClr val="212121"/>
        </a:solidFill>
      </p:bgPr>
    </p:bg>
    <p:spTree>
      <p:nvGrpSpPr>
        <p:cNvPr id="1" name=""/>
        <p:cNvGrpSpPr/>
        <p:nvPr/>
      </p:nvGrpSpPr>
      <p:grpSpPr>
        <a:xfrm>
          <a:off x="0" y="0"/>
          <a:ext cx="0" cy="0"/>
          <a:chOff x="0" y="0"/>
          <a:chExt cx="0" cy="0"/>
        </a:xfrm>
      </p:grpSpPr>
      <p:sp>
        <p:nvSpPr>
          <p:cNvPr id="239"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240"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41"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42" name="PlaceHolder 4"/>
          <p:cNvSpPr>
            <a:spLocks noGrp="1"/>
          </p:cNvSpPr>
          <p:nvPr>
            <p:ph type="body"/>
          </p:nvPr>
        </p:nvSpPr>
        <p:spPr>
          <a:xfrm>
            <a:off x="609480" y="3682080"/>
            <a:ext cx="1097208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49">
    <p:bg>
      <p:bgPr>
        <a:solidFill>
          <a:srgbClr val="212121"/>
        </a:solidFill>
      </p:bgPr>
    </p:bg>
    <p:spTree>
      <p:nvGrpSpPr>
        <p:cNvPr id="1" name=""/>
        <p:cNvGrpSpPr/>
        <p:nvPr/>
      </p:nvGrpSpPr>
      <p:grpSpPr>
        <a:xfrm>
          <a:off x="0" y="0"/>
          <a:ext cx="0" cy="0"/>
          <a:chOff x="0" y="0"/>
          <a:chExt cx="0" cy="0"/>
        </a:xfrm>
      </p:grpSpPr>
      <p:sp>
        <p:nvSpPr>
          <p:cNvPr id="243"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244" name="PlaceHolder 2"/>
          <p:cNvSpPr>
            <a:spLocks noGrp="1"/>
          </p:cNvSpPr>
          <p:nvPr>
            <p:ph type="body"/>
          </p:nvPr>
        </p:nvSpPr>
        <p:spPr>
          <a:xfrm>
            <a:off x="609480" y="1604520"/>
            <a:ext cx="1097208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45" name="PlaceHolder 3"/>
          <p:cNvSpPr>
            <a:spLocks noGrp="1"/>
          </p:cNvSpPr>
          <p:nvPr>
            <p:ph type="body"/>
          </p:nvPr>
        </p:nvSpPr>
        <p:spPr>
          <a:xfrm>
            <a:off x="609480" y="3682080"/>
            <a:ext cx="1097208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50">
    <p:bg>
      <p:bgPr>
        <a:solidFill>
          <a:srgbClr val="212121"/>
        </a:solidFill>
      </p:bgPr>
    </p:bg>
    <p:spTree>
      <p:nvGrpSpPr>
        <p:cNvPr id="1" name=""/>
        <p:cNvGrpSpPr/>
        <p:nvPr/>
      </p:nvGrpSpPr>
      <p:grpSpPr>
        <a:xfrm>
          <a:off x="0" y="0"/>
          <a:ext cx="0" cy="0"/>
          <a:chOff x="0" y="0"/>
          <a:chExt cx="0" cy="0"/>
        </a:xfrm>
      </p:grpSpPr>
      <p:sp>
        <p:nvSpPr>
          <p:cNvPr id="246"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247"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48"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49"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50" name="PlaceHolder 5"/>
          <p:cNvSpPr>
            <a:spLocks noGrp="1"/>
          </p:cNvSpPr>
          <p:nvPr>
            <p:ph type="body"/>
          </p:nvPr>
        </p:nvSpPr>
        <p:spPr>
          <a:xfrm>
            <a:off x="6231960" y="368208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51">
    <p:bg>
      <p:bgPr>
        <a:solidFill>
          <a:srgbClr val="212121"/>
        </a:solidFill>
      </p:bgPr>
    </p:bg>
    <p:spTree>
      <p:nvGrpSpPr>
        <p:cNvPr id="1" name=""/>
        <p:cNvGrpSpPr/>
        <p:nvPr/>
      </p:nvGrpSpPr>
      <p:grpSpPr>
        <a:xfrm>
          <a:off x="0" y="0"/>
          <a:ext cx="0" cy="0"/>
          <a:chOff x="0" y="0"/>
          <a:chExt cx="0" cy="0"/>
        </a:xfrm>
      </p:grpSpPr>
      <p:sp>
        <p:nvSpPr>
          <p:cNvPr id="251"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252" name="PlaceHolder 2"/>
          <p:cNvSpPr>
            <a:spLocks noGrp="1"/>
          </p:cNvSpPr>
          <p:nvPr>
            <p:ph type="body"/>
          </p:nvPr>
        </p:nvSpPr>
        <p:spPr>
          <a:xfrm>
            <a:off x="60948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53" name="PlaceHolder 3"/>
          <p:cNvSpPr>
            <a:spLocks noGrp="1"/>
          </p:cNvSpPr>
          <p:nvPr>
            <p:ph type="body"/>
          </p:nvPr>
        </p:nvSpPr>
        <p:spPr>
          <a:xfrm>
            <a:off x="431964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54" name="PlaceHolder 4"/>
          <p:cNvSpPr>
            <a:spLocks noGrp="1"/>
          </p:cNvSpPr>
          <p:nvPr>
            <p:ph type="body"/>
          </p:nvPr>
        </p:nvSpPr>
        <p:spPr>
          <a:xfrm>
            <a:off x="802980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55" name="PlaceHolder 5"/>
          <p:cNvSpPr>
            <a:spLocks noGrp="1"/>
          </p:cNvSpPr>
          <p:nvPr>
            <p:ph type="body"/>
          </p:nvPr>
        </p:nvSpPr>
        <p:spPr>
          <a:xfrm>
            <a:off x="60948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56" name="PlaceHolder 6"/>
          <p:cNvSpPr>
            <a:spLocks noGrp="1"/>
          </p:cNvSpPr>
          <p:nvPr>
            <p:ph type="body"/>
          </p:nvPr>
        </p:nvSpPr>
        <p:spPr>
          <a:xfrm>
            <a:off x="431964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57" name="PlaceHolder 7"/>
          <p:cNvSpPr>
            <a:spLocks noGrp="1"/>
          </p:cNvSpPr>
          <p:nvPr>
            <p:ph type="body"/>
          </p:nvPr>
        </p:nvSpPr>
        <p:spPr>
          <a:xfrm>
            <a:off x="802980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52">
    <p:bg>
      <p:bgPr>
        <a:solidFill>
          <a:srgbClr val="212121"/>
        </a:solidFill>
      </p:bgPr>
    </p:bg>
    <p:spTree>
      <p:nvGrpSpPr>
        <p:cNvPr id="1" name=""/>
        <p:cNvGrpSpPr/>
        <p:nvPr/>
      </p:nvGrpSpPr>
      <p:grpSpPr>
        <a:xfrm>
          <a:off x="0" y="0"/>
          <a:ext cx="0" cy="0"/>
          <a:chOff x="0" y="0"/>
          <a:chExt cx="0" cy="0"/>
        </a:xfrm>
      </p:grpSpPr>
      <p:sp>
        <p:nvSpPr>
          <p:cNvPr id="25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lang="en-US" sz="4400" b="0" u="none" strike="noStrike">
                <a:solidFill>
                  <a:srgbClr val="ffffff"/>
                </a:solidFill>
                <a:effectLst/>
                <a:uFillTx/>
                <a:latin typeface="Noto Serif"/>
              </a:rPr>
              <a:t>Click to edit the title text format</a:t>
            </a:r>
            <a:endParaRPr lang="en-US" sz="4400" b="0" u="none" strike="noStrike">
              <a:solidFill>
                <a:srgbClr val="ffffff"/>
              </a:solidFill>
              <a:effectLst/>
              <a:uFillTx/>
              <a:latin typeface="Noto Serif"/>
            </a:endParaRPr>
          </a:p>
        </p:txBody>
      </p:sp>
      <p:sp>
        <p:nvSpPr>
          <p:cNvPr id="259"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lang="en-US" sz="3200" b="0" u="none" strike="noStrike">
                <a:solidFill>
                  <a:srgbClr val="ffffff"/>
                </a:solidFill>
                <a:effectLst/>
                <a:uFillTx/>
                <a:latin typeface="Noto Serif"/>
              </a:rPr>
              <a:t>Click to edit the outline text format</a:t>
            </a:r>
            <a:endParaRPr lang="en-US" sz="32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2800" b="0" u="none" strike="noStrike">
                <a:solidFill>
                  <a:srgbClr val="ffffff"/>
                </a:solidFill>
                <a:effectLst/>
                <a:uFillTx/>
                <a:latin typeface="Noto Serif"/>
              </a:rPr>
              <a:t>Second Outline Level</a:t>
            </a:r>
            <a:endParaRPr lang="en-US" sz="2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2400" b="0" u="none" strike="noStrike">
                <a:solidFill>
                  <a:srgbClr val="ffffff"/>
                </a:solidFill>
                <a:effectLst/>
                <a:uFillTx/>
                <a:latin typeface="Noto Serif"/>
              </a:rPr>
              <a:t>Third Outline Level</a:t>
            </a:r>
            <a:endParaRPr lang="en-US" sz="24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2000" b="0" u="none" strike="noStrike">
                <a:solidFill>
                  <a:srgbClr val="ffffff"/>
                </a:solidFill>
                <a:effectLst/>
                <a:uFillTx/>
                <a:latin typeface="Noto Serif"/>
              </a:rPr>
              <a:t>Fourth Outline Level</a:t>
            </a:r>
            <a:endParaRPr lang="en-US" sz="20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2000" b="0" u="none" strike="noStrike">
                <a:solidFill>
                  <a:srgbClr val="ffffff"/>
                </a:solidFill>
                <a:effectLst/>
                <a:uFillTx/>
                <a:latin typeface="Noto Serif"/>
              </a:rPr>
              <a:t>Fifth Outline Level</a:t>
            </a:r>
            <a:endParaRPr lang="en-US" sz="20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2000" b="0" u="none" strike="noStrike">
                <a:solidFill>
                  <a:srgbClr val="ffffff"/>
                </a:solidFill>
                <a:effectLst/>
                <a:uFillTx/>
                <a:latin typeface="Noto Serif"/>
              </a:rPr>
              <a:t>Sixth Outline Level</a:t>
            </a:r>
            <a:endParaRPr lang="en-US" sz="20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2000" b="0" u="none" strike="noStrike">
                <a:solidFill>
                  <a:srgbClr val="ffffff"/>
                </a:solidFill>
                <a:effectLst/>
                <a:uFillTx/>
                <a:latin typeface="Noto Serif"/>
              </a:rPr>
              <a:t>Seventh Outline Level</a:t>
            </a:r>
            <a:endParaRPr lang="en-US" sz="2000" b="0" u="none" strike="noStrike">
              <a:solidFill>
                <a:srgbClr val="ffffff"/>
              </a:solidFill>
              <a:effectLst/>
              <a:uFillTx/>
              <a:latin typeface="Noto Serif"/>
            </a:endParaRP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53">
    <p:bg>
      <p:bgPr>
        <a:solidFill>
          <a:srgbClr val="212121"/>
        </a:solidFill>
      </p:bgPr>
    </p:bg>
    <p:spTree>
      <p:nvGrpSpPr>
        <p:cNvPr id="1" name=""/>
        <p:cNvGrpSpPr/>
        <p:nvPr/>
      </p:nvGrpSpPr>
      <p:grpSpPr>
        <a:xfrm>
          <a:off x="0" y="0"/>
          <a:ext cx="0" cy="0"/>
          <a:chOff x="0" y="0"/>
          <a:chExt cx="0" cy="0"/>
        </a:xfrm>
      </p:grpSpPr>
      <p:sp>
        <p:nvSpPr>
          <p:cNvPr id="26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54">
    <p:bg>
      <p:bgPr>
        <a:solidFill>
          <a:srgbClr val="212121"/>
        </a:solidFill>
      </p:bgPr>
    </p:bg>
    <p:spTree>
      <p:nvGrpSpPr>
        <p:cNvPr id="1" name=""/>
        <p:cNvGrpSpPr/>
        <p:nvPr/>
      </p:nvGrpSpPr>
      <p:grpSpPr>
        <a:xfrm>
          <a:off x="0" y="0"/>
          <a:ext cx="0" cy="0"/>
          <a:chOff x="0" y="0"/>
          <a:chExt cx="0" cy="0"/>
        </a:xfrm>
      </p:grpSpPr>
      <p:sp>
        <p:nvSpPr>
          <p:cNvPr id="261"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262"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55">
    <p:bg>
      <p:bgPr>
        <a:solidFill>
          <a:srgbClr val="212121"/>
        </a:solidFill>
      </p:bgPr>
    </p:bg>
    <p:spTree>
      <p:nvGrpSpPr>
        <p:cNvPr id="1" name=""/>
        <p:cNvGrpSpPr/>
        <p:nvPr/>
      </p:nvGrpSpPr>
      <p:grpSpPr>
        <a:xfrm>
          <a:off x="0" y="0"/>
          <a:ext cx="0" cy="0"/>
          <a:chOff x="0" y="0"/>
          <a:chExt cx="0" cy="0"/>
        </a:xfrm>
      </p:grpSpPr>
      <p:sp>
        <p:nvSpPr>
          <p:cNvPr id="263"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264"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65"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56">
    <p:bg>
      <p:bgPr>
        <a:solidFill>
          <a:srgbClr val="212121"/>
        </a:solidFill>
      </p:bgPr>
    </p:bg>
    <p:spTree>
      <p:nvGrpSpPr>
        <p:cNvPr id="1" name=""/>
        <p:cNvGrpSpPr/>
        <p:nvPr/>
      </p:nvGrpSpPr>
      <p:grpSpPr>
        <a:xfrm>
          <a:off x="0" y="0"/>
          <a:ext cx="0" cy="0"/>
          <a:chOff x="0" y="0"/>
          <a:chExt cx="0" cy="0"/>
        </a:xfrm>
      </p:grpSpPr>
      <p:sp>
        <p:nvSpPr>
          <p:cNvPr id="266"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Default 57">
    <p:bg>
      <p:bgPr>
        <a:solidFill>
          <a:srgbClr val="212121"/>
        </a:solidFill>
      </p:bgPr>
    </p:bg>
    <p:spTree>
      <p:nvGrpSpPr>
        <p:cNvPr id="1" name=""/>
        <p:cNvGrpSpPr/>
        <p:nvPr/>
      </p:nvGrpSpPr>
      <p:grpSpPr>
        <a:xfrm>
          <a:off x="0" y="0"/>
          <a:ext cx="0" cy="0"/>
          <a:chOff x="0" y="0"/>
          <a:chExt cx="0" cy="0"/>
        </a:xfrm>
      </p:grpSpPr>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58">
    <p:bg>
      <p:bgPr>
        <a:solidFill>
          <a:srgbClr val="212121"/>
        </a:solidFill>
      </p:bgPr>
    </p:bg>
    <p:spTree>
      <p:nvGrpSpPr>
        <p:cNvPr id="1" name=""/>
        <p:cNvGrpSpPr/>
        <p:nvPr/>
      </p:nvGrpSpPr>
      <p:grpSpPr>
        <a:xfrm>
          <a:off x="0" y="0"/>
          <a:ext cx="0" cy="0"/>
          <a:chOff x="0" y="0"/>
          <a:chExt cx="0" cy="0"/>
        </a:xfrm>
      </p:grpSpPr>
      <p:sp>
        <p:nvSpPr>
          <p:cNvPr id="267"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268"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69"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70"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59">
    <p:bg>
      <p:bgPr>
        <a:solidFill>
          <a:srgbClr val="212121"/>
        </a:solidFill>
      </p:bgPr>
    </p:bg>
    <p:spTree>
      <p:nvGrpSpPr>
        <p:cNvPr id="1" name=""/>
        <p:cNvGrpSpPr/>
        <p:nvPr/>
      </p:nvGrpSpPr>
      <p:grpSpPr>
        <a:xfrm>
          <a:off x="0" y="0"/>
          <a:ext cx="0" cy="0"/>
          <a:chOff x="0" y="0"/>
          <a:chExt cx="0" cy="0"/>
        </a:xfrm>
      </p:grpSpPr>
      <p:sp>
        <p:nvSpPr>
          <p:cNvPr id="271"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272"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73"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74" name="PlaceHolder 4"/>
          <p:cNvSpPr>
            <a:spLocks noGrp="1"/>
          </p:cNvSpPr>
          <p:nvPr>
            <p:ph type="body"/>
          </p:nvPr>
        </p:nvSpPr>
        <p:spPr>
          <a:xfrm>
            <a:off x="6231960" y="368208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7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60">
    <p:bg>
      <p:bgPr>
        <a:solidFill>
          <a:srgbClr val="212121"/>
        </a:solidFill>
      </p:bgPr>
    </p:bg>
    <p:spTree>
      <p:nvGrpSpPr>
        <p:cNvPr id="1" name=""/>
        <p:cNvGrpSpPr/>
        <p:nvPr/>
      </p:nvGrpSpPr>
      <p:grpSpPr>
        <a:xfrm>
          <a:off x="0" y="0"/>
          <a:ext cx="0" cy="0"/>
          <a:chOff x="0" y="0"/>
          <a:chExt cx="0" cy="0"/>
        </a:xfrm>
      </p:grpSpPr>
      <p:sp>
        <p:nvSpPr>
          <p:cNvPr id="275" name="CustomShape 1"/>
          <p:cNvSpPr/>
          <p:nvPr/>
        </p:nvSpPr>
        <p:spPr>
          <a:xfrm>
            <a:off x="1140840" y="2286720"/>
            <a:ext cx="4894200" cy="2502720"/>
          </a:xfrm>
          <a:custGeom>
            <a:avLst/>
            <a:gdLst>
              <a:gd name="textAreaLeft" fmla="*/ 0 w 4894200"/>
              <a:gd name="textAreaRight" fmla="*/ 4894560 w 4894200"/>
              <a:gd name="textAreaTop" fmla="*/ 0 h 2502720"/>
              <a:gd name="textAreaBottom" fmla="*/ 2503080 h 2502720"/>
            </a:gdLst>
            <a:ahLst/>
            <a:cxnLst/>
            <a:rect l="textAreaLeft" t="textAreaTop" r="textAreaRight" b="textAreaBottom"/>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0">
            <a:blip r:embed="rId2"/>
            <a:srcRect/>
            <a:tile tx="0" ty="0" sx="99978" sy="99978" algn="tl"/>
          </a:blipFill>
          <a:ln>
            <a:solidFill>
              <a:srgbClr val="f03b5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276"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277"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78"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79" name="PlaceHolder 4"/>
          <p:cNvSpPr>
            <a:spLocks noGrp="1"/>
          </p:cNvSpPr>
          <p:nvPr>
            <p:ph type="body"/>
          </p:nvPr>
        </p:nvSpPr>
        <p:spPr>
          <a:xfrm>
            <a:off x="6231960" y="368208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7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61">
    <p:bg>
      <p:bgPr>
        <a:solidFill>
          <a:srgbClr val="212121"/>
        </a:solidFill>
      </p:bgPr>
    </p:bg>
    <p:spTree>
      <p:nvGrpSpPr>
        <p:cNvPr id="1" name=""/>
        <p:cNvGrpSpPr/>
        <p:nvPr/>
      </p:nvGrpSpPr>
      <p:grpSpPr>
        <a:xfrm>
          <a:off x="0" y="0"/>
          <a:ext cx="0" cy="0"/>
          <a:chOff x="0" y="0"/>
          <a:chExt cx="0" cy="0"/>
        </a:xfrm>
      </p:grpSpPr>
      <p:sp>
        <p:nvSpPr>
          <p:cNvPr id="280" name="CustomShape 1"/>
          <p:cNvSpPr/>
          <p:nvPr/>
        </p:nvSpPr>
        <p:spPr>
          <a:xfrm>
            <a:off x="1140840" y="2286720"/>
            <a:ext cx="4894200" cy="2502720"/>
          </a:xfrm>
          <a:custGeom>
            <a:avLst/>
            <a:gdLst>
              <a:gd name="textAreaLeft" fmla="*/ 0 w 4894200"/>
              <a:gd name="textAreaRight" fmla="*/ 4894560 w 4894200"/>
              <a:gd name="textAreaTop" fmla="*/ 0 h 2502720"/>
              <a:gd name="textAreaBottom" fmla="*/ 2503080 h 2502720"/>
            </a:gdLst>
            <a:ahLst/>
            <a:cxnLst/>
            <a:rect l="textAreaLeft" t="textAreaTop" r="textAreaRight" b="textAreaBottom"/>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0">
            <a:blip r:embed="rId2"/>
            <a:srcRect/>
            <a:tile tx="0" ty="0" sx="99978" sy="99978" algn="tl"/>
          </a:blipFill>
          <a:ln>
            <a:solidFill>
              <a:srgbClr val="f03b5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281"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282"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83"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84" name="PlaceHolder 4"/>
          <p:cNvSpPr>
            <a:spLocks noGrp="1"/>
          </p:cNvSpPr>
          <p:nvPr>
            <p:ph type="body"/>
          </p:nvPr>
        </p:nvSpPr>
        <p:spPr>
          <a:xfrm>
            <a:off x="609480" y="3682080"/>
            <a:ext cx="1097208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7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62">
    <p:bg>
      <p:bgPr>
        <a:solidFill>
          <a:srgbClr val="212121"/>
        </a:solidFill>
      </p:bgPr>
    </p:bg>
    <p:spTree>
      <p:nvGrpSpPr>
        <p:cNvPr id="1" name=""/>
        <p:cNvGrpSpPr/>
        <p:nvPr/>
      </p:nvGrpSpPr>
      <p:grpSpPr>
        <a:xfrm>
          <a:off x="0" y="0"/>
          <a:ext cx="0" cy="0"/>
          <a:chOff x="0" y="0"/>
          <a:chExt cx="0" cy="0"/>
        </a:xfrm>
      </p:grpSpPr>
      <p:sp>
        <p:nvSpPr>
          <p:cNvPr id="285" name="CustomShape 1"/>
          <p:cNvSpPr/>
          <p:nvPr/>
        </p:nvSpPr>
        <p:spPr>
          <a:xfrm>
            <a:off x="1140840" y="2286720"/>
            <a:ext cx="4894200" cy="2502720"/>
          </a:xfrm>
          <a:custGeom>
            <a:avLst/>
            <a:gdLst>
              <a:gd name="textAreaLeft" fmla="*/ 0 w 4894200"/>
              <a:gd name="textAreaRight" fmla="*/ 4894560 w 4894200"/>
              <a:gd name="textAreaTop" fmla="*/ 0 h 2502720"/>
              <a:gd name="textAreaBottom" fmla="*/ 2503080 h 2502720"/>
            </a:gdLst>
            <a:ahLst/>
            <a:cxnLst/>
            <a:rect l="textAreaLeft" t="textAreaTop" r="textAreaRight" b="textAreaBottom"/>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0">
            <a:blip r:embed="rId2"/>
            <a:srcRect/>
            <a:tile tx="0" ty="0" sx="99978" sy="99978" algn="tl"/>
          </a:blipFill>
          <a:ln>
            <a:solidFill>
              <a:srgbClr val="f03b5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286"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287" name="PlaceHolder 2"/>
          <p:cNvSpPr>
            <a:spLocks noGrp="1"/>
          </p:cNvSpPr>
          <p:nvPr>
            <p:ph type="body"/>
          </p:nvPr>
        </p:nvSpPr>
        <p:spPr>
          <a:xfrm>
            <a:off x="609480" y="1604520"/>
            <a:ext cx="1097208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88" name="PlaceHolder 3"/>
          <p:cNvSpPr>
            <a:spLocks noGrp="1"/>
          </p:cNvSpPr>
          <p:nvPr>
            <p:ph type="body"/>
          </p:nvPr>
        </p:nvSpPr>
        <p:spPr>
          <a:xfrm>
            <a:off x="609480" y="3682080"/>
            <a:ext cx="1097208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7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63">
    <p:bg>
      <p:bgPr>
        <a:solidFill>
          <a:srgbClr val="212121"/>
        </a:solidFill>
      </p:bgPr>
    </p:bg>
    <p:spTree>
      <p:nvGrpSpPr>
        <p:cNvPr id="1" name=""/>
        <p:cNvGrpSpPr/>
        <p:nvPr/>
      </p:nvGrpSpPr>
      <p:grpSpPr>
        <a:xfrm>
          <a:off x="0" y="0"/>
          <a:ext cx="0" cy="0"/>
          <a:chOff x="0" y="0"/>
          <a:chExt cx="0" cy="0"/>
        </a:xfrm>
      </p:grpSpPr>
      <p:sp>
        <p:nvSpPr>
          <p:cNvPr id="289" name="CustomShape 1"/>
          <p:cNvSpPr/>
          <p:nvPr/>
        </p:nvSpPr>
        <p:spPr>
          <a:xfrm>
            <a:off x="1140840" y="2286720"/>
            <a:ext cx="4894200" cy="2502720"/>
          </a:xfrm>
          <a:custGeom>
            <a:avLst/>
            <a:gdLst>
              <a:gd name="textAreaLeft" fmla="*/ 0 w 4894200"/>
              <a:gd name="textAreaRight" fmla="*/ 4894560 w 4894200"/>
              <a:gd name="textAreaTop" fmla="*/ 0 h 2502720"/>
              <a:gd name="textAreaBottom" fmla="*/ 2503080 h 2502720"/>
            </a:gdLst>
            <a:ahLst/>
            <a:cxnLst/>
            <a:rect l="textAreaLeft" t="textAreaTop" r="textAreaRight" b="textAreaBottom"/>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0">
            <a:blip r:embed="rId2"/>
            <a:srcRect/>
            <a:tile tx="0" ty="0" sx="99978" sy="99978" algn="tl"/>
          </a:blipFill>
          <a:ln>
            <a:solidFill>
              <a:srgbClr val="f03b5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29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291"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92"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93"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94" name="PlaceHolder 5"/>
          <p:cNvSpPr>
            <a:spLocks noGrp="1"/>
          </p:cNvSpPr>
          <p:nvPr>
            <p:ph type="body"/>
          </p:nvPr>
        </p:nvSpPr>
        <p:spPr>
          <a:xfrm>
            <a:off x="6231960" y="368208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7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64">
    <p:bg>
      <p:bgPr>
        <a:solidFill>
          <a:srgbClr val="212121"/>
        </a:solidFill>
      </p:bgPr>
    </p:bg>
    <p:spTree>
      <p:nvGrpSpPr>
        <p:cNvPr id="1" name=""/>
        <p:cNvGrpSpPr/>
        <p:nvPr/>
      </p:nvGrpSpPr>
      <p:grpSpPr>
        <a:xfrm>
          <a:off x="0" y="0"/>
          <a:ext cx="0" cy="0"/>
          <a:chOff x="0" y="0"/>
          <a:chExt cx="0" cy="0"/>
        </a:xfrm>
      </p:grpSpPr>
      <p:sp>
        <p:nvSpPr>
          <p:cNvPr id="295" name="CustomShape 1"/>
          <p:cNvSpPr/>
          <p:nvPr/>
        </p:nvSpPr>
        <p:spPr>
          <a:xfrm>
            <a:off x="1140840" y="2286720"/>
            <a:ext cx="4894200" cy="2502720"/>
          </a:xfrm>
          <a:custGeom>
            <a:avLst/>
            <a:gdLst>
              <a:gd name="textAreaLeft" fmla="*/ 0 w 4894200"/>
              <a:gd name="textAreaRight" fmla="*/ 4894560 w 4894200"/>
              <a:gd name="textAreaTop" fmla="*/ 0 h 2502720"/>
              <a:gd name="textAreaBottom" fmla="*/ 2503080 h 2502720"/>
            </a:gdLst>
            <a:ahLst/>
            <a:cxnLst/>
            <a:rect l="textAreaLeft" t="textAreaTop" r="textAreaRight" b="textAreaBottom"/>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0">
            <a:blip r:embed="rId2"/>
            <a:srcRect/>
            <a:tile tx="0" ty="0" sx="99978" sy="99978" algn="tl"/>
          </a:blipFill>
          <a:ln>
            <a:solidFill>
              <a:srgbClr val="f03b5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296"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297" name="PlaceHolder 2"/>
          <p:cNvSpPr>
            <a:spLocks noGrp="1"/>
          </p:cNvSpPr>
          <p:nvPr>
            <p:ph type="body"/>
          </p:nvPr>
        </p:nvSpPr>
        <p:spPr>
          <a:xfrm>
            <a:off x="60948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98" name="PlaceHolder 3"/>
          <p:cNvSpPr>
            <a:spLocks noGrp="1"/>
          </p:cNvSpPr>
          <p:nvPr>
            <p:ph type="body"/>
          </p:nvPr>
        </p:nvSpPr>
        <p:spPr>
          <a:xfrm>
            <a:off x="431964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299" name="PlaceHolder 4"/>
          <p:cNvSpPr>
            <a:spLocks noGrp="1"/>
          </p:cNvSpPr>
          <p:nvPr>
            <p:ph type="body"/>
          </p:nvPr>
        </p:nvSpPr>
        <p:spPr>
          <a:xfrm>
            <a:off x="802980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300" name="PlaceHolder 5"/>
          <p:cNvSpPr>
            <a:spLocks noGrp="1"/>
          </p:cNvSpPr>
          <p:nvPr>
            <p:ph type="body"/>
          </p:nvPr>
        </p:nvSpPr>
        <p:spPr>
          <a:xfrm>
            <a:off x="60948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301" name="PlaceHolder 6"/>
          <p:cNvSpPr>
            <a:spLocks noGrp="1"/>
          </p:cNvSpPr>
          <p:nvPr>
            <p:ph type="body"/>
          </p:nvPr>
        </p:nvSpPr>
        <p:spPr>
          <a:xfrm>
            <a:off x="431964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302" name="PlaceHolder 7"/>
          <p:cNvSpPr>
            <a:spLocks noGrp="1"/>
          </p:cNvSpPr>
          <p:nvPr>
            <p:ph type="body"/>
          </p:nvPr>
        </p:nvSpPr>
        <p:spPr>
          <a:xfrm>
            <a:off x="802980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7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65">
    <p:bg>
      <p:bgPr>
        <a:solidFill>
          <a:srgbClr val="212121"/>
        </a:solidFill>
      </p:bgPr>
    </p:bg>
    <p:spTree>
      <p:nvGrpSpPr>
        <p:cNvPr id="1" name=""/>
        <p:cNvGrpSpPr/>
        <p:nvPr/>
      </p:nvGrpSpPr>
      <p:grpSpPr>
        <a:xfrm>
          <a:off x="0" y="0"/>
          <a:ext cx="0" cy="0"/>
          <a:chOff x="0" y="0"/>
          <a:chExt cx="0" cy="0"/>
        </a:xfrm>
      </p:grpSpPr>
      <p:sp>
        <p:nvSpPr>
          <p:cNvPr id="303" name="CustomShape 1"/>
          <p:cNvSpPr/>
          <p:nvPr/>
        </p:nvSpPr>
        <p:spPr>
          <a:xfrm>
            <a:off x="1140840" y="2286720"/>
            <a:ext cx="4894200" cy="2502720"/>
          </a:xfrm>
          <a:custGeom>
            <a:avLst/>
            <a:gdLst>
              <a:gd name="textAreaLeft" fmla="*/ 0 w 4894200"/>
              <a:gd name="textAreaRight" fmla="*/ 4894560 w 4894200"/>
              <a:gd name="textAreaTop" fmla="*/ 0 h 2502720"/>
              <a:gd name="textAreaBottom" fmla="*/ 2503080 h 2502720"/>
            </a:gdLst>
            <a:ahLst/>
            <a:cxnLst/>
            <a:rect l="textAreaLeft" t="textAreaTop" r="textAreaRight" b="textAreaBottom"/>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0">
            <a:blip r:embed="rId2"/>
            <a:srcRect/>
            <a:tile tx="0" ty="0" sx="99978" sy="99978" algn="tl"/>
          </a:blipFill>
          <a:ln>
            <a:solidFill>
              <a:srgbClr val="f03b5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Tree>
  </p:cSld>
</p:sldLayout>
</file>

<file path=ppt/slideLayouts/slideLayout7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66">
    <p:bg>
      <p:bgPr>
        <a:solidFill>
          <a:srgbClr val="212121"/>
        </a:solidFill>
      </p:bgPr>
    </p:bg>
    <p:spTree>
      <p:nvGrpSpPr>
        <p:cNvPr id="1" name=""/>
        <p:cNvGrpSpPr/>
        <p:nvPr/>
      </p:nvGrpSpPr>
      <p:grpSpPr>
        <a:xfrm>
          <a:off x="0" y="0"/>
          <a:ext cx="0" cy="0"/>
          <a:chOff x="0" y="0"/>
          <a:chExt cx="0" cy="0"/>
        </a:xfrm>
      </p:grpSpPr>
      <p:sp>
        <p:nvSpPr>
          <p:cNvPr id="304" name="CustomShape 1"/>
          <p:cNvSpPr/>
          <p:nvPr/>
        </p:nvSpPr>
        <p:spPr>
          <a:xfrm>
            <a:off x="1140840" y="2286720"/>
            <a:ext cx="4894200" cy="2502720"/>
          </a:xfrm>
          <a:custGeom>
            <a:avLst/>
            <a:gdLst>
              <a:gd name="textAreaLeft" fmla="*/ 0 w 4894200"/>
              <a:gd name="textAreaRight" fmla="*/ 4894560 w 4894200"/>
              <a:gd name="textAreaTop" fmla="*/ 0 h 2502720"/>
              <a:gd name="textAreaBottom" fmla="*/ 2503080 h 2502720"/>
            </a:gdLst>
            <a:ahLst/>
            <a:cxnLst/>
            <a:rect l="textAreaLeft" t="textAreaTop" r="textAreaRight" b="textAreaBottom"/>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0">
            <a:blip r:embed="rId2"/>
            <a:srcRect/>
            <a:tile tx="0" ty="0" sx="99978" sy="99978" algn="tl"/>
          </a:blipFill>
          <a:ln>
            <a:solidFill>
              <a:srgbClr val="f03b5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305"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Tree>
  </p:cSld>
</p:sldLayout>
</file>

<file path=ppt/slideLayouts/slideLayout8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67">
    <p:bg>
      <p:bgPr>
        <a:solidFill>
          <a:srgbClr val="212121"/>
        </a:solidFill>
      </p:bgPr>
    </p:bg>
    <p:spTree>
      <p:nvGrpSpPr>
        <p:cNvPr id="1" name=""/>
        <p:cNvGrpSpPr/>
        <p:nvPr/>
      </p:nvGrpSpPr>
      <p:grpSpPr>
        <a:xfrm>
          <a:off x="0" y="0"/>
          <a:ext cx="0" cy="0"/>
          <a:chOff x="0" y="0"/>
          <a:chExt cx="0" cy="0"/>
        </a:xfrm>
      </p:grpSpPr>
      <p:sp>
        <p:nvSpPr>
          <p:cNvPr id="306" name="CustomShape 1"/>
          <p:cNvSpPr/>
          <p:nvPr/>
        </p:nvSpPr>
        <p:spPr>
          <a:xfrm>
            <a:off x="1140840" y="2286720"/>
            <a:ext cx="4894200" cy="2502720"/>
          </a:xfrm>
          <a:custGeom>
            <a:avLst/>
            <a:gdLst>
              <a:gd name="textAreaLeft" fmla="*/ 0 w 4894200"/>
              <a:gd name="textAreaRight" fmla="*/ 4894560 w 4894200"/>
              <a:gd name="textAreaTop" fmla="*/ 0 h 2502720"/>
              <a:gd name="textAreaBottom" fmla="*/ 2503080 h 2502720"/>
            </a:gdLst>
            <a:ahLst/>
            <a:cxnLst/>
            <a:rect l="textAreaLeft" t="textAreaTop" r="textAreaRight" b="textAreaBottom"/>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0">
            <a:blip r:embed="rId2"/>
            <a:srcRect/>
            <a:tile tx="0" ty="0" sx="99978" sy="99978" algn="tl"/>
          </a:blipFill>
          <a:ln>
            <a:solidFill>
              <a:srgbClr val="f03b5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307"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308"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8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68">
    <p:bg>
      <p:bgPr>
        <a:solidFill>
          <a:srgbClr val="212121"/>
        </a:solidFill>
      </p:bgPr>
    </p:bg>
    <p:spTree>
      <p:nvGrpSpPr>
        <p:cNvPr id="1" name=""/>
        <p:cNvGrpSpPr/>
        <p:nvPr/>
      </p:nvGrpSpPr>
      <p:grpSpPr>
        <a:xfrm>
          <a:off x="0" y="0"/>
          <a:ext cx="0" cy="0"/>
          <a:chOff x="0" y="0"/>
          <a:chExt cx="0" cy="0"/>
        </a:xfrm>
      </p:grpSpPr>
      <p:sp>
        <p:nvSpPr>
          <p:cNvPr id="309" name="CustomShape 1"/>
          <p:cNvSpPr/>
          <p:nvPr/>
        </p:nvSpPr>
        <p:spPr>
          <a:xfrm>
            <a:off x="1140840" y="2286720"/>
            <a:ext cx="4894200" cy="2502720"/>
          </a:xfrm>
          <a:custGeom>
            <a:avLst/>
            <a:gdLst>
              <a:gd name="textAreaLeft" fmla="*/ 0 w 4894200"/>
              <a:gd name="textAreaRight" fmla="*/ 4894560 w 4894200"/>
              <a:gd name="textAreaTop" fmla="*/ 0 h 2502720"/>
              <a:gd name="textAreaBottom" fmla="*/ 2503080 h 2502720"/>
            </a:gdLst>
            <a:ahLst/>
            <a:cxnLst/>
            <a:rect l="textAreaLeft" t="textAreaTop" r="textAreaRight" b="textAreaBottom"/>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0">
            <a:blip r:embed="rId2"/>
            <a:srcRect/>
            <a:tile tx="0" ty="0" sx="99978" sy="99978" algn="tl"/>
          </a:blipFill>
          <a:ln>
            <a:solidFill>
              <a:srgbClr val="f03b5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31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311"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312"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Layouts/slideLayout8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69">
    <p:bg>
      <p:bgPr>
        <a:solidFill>
          <a:srgbClr val="212121"/>
        </a:solidFill>
      </p:bgPr>
    </p:bg>
    <p:spTree>
      <p:nvGrpSpPr>
        <p:cNvPr id="1" name=""/>
        <p:cNvGrpSpPr/>
        <p:nvPr/>
      </p:nvGrpSpPr>
      <p:grpSpPr>
        <a:xfrm>
          <a:off x="0" y="0"/>
          <a:ext cx="0" cy="0"/>
          <a:chOff x="0" y="0"/>
          <a:chExt cx="0" cy="0"/>
        </a:xfrm>
      </p:grpSpPr>
      <p:sp>
        <p:nvSpPr>
          <p:cNvPr id="313" name="CustomShape 1"/>
          <p:cNvSpPr/>
          <p:nvPr/>
        </p:nvSpPr>
        <p:spPr>
          <a:xfrm>
            <a:off x="1140840" y="2286720"/>
            <a:ext cx="4894200" cy="2502720"/>
          </a:xfrm>
          <a:custGeom>
            <a:avLst/>
            <a:gdLst>
              <a:gd name="textAreaLeft" fmla="*/ 0 w 4894200"/>
              <a:gd name="textAreaRight" fmla="*/ 4894560 w 4894200"/>
              <a:gd name="textAreaTop" fmla="*/ 0 h 2502720"/>
              <a:gd name="textAreaBottom" fmla="*/ 2503080 h 2502720"/>
            </a:gdLst>
            <a:ahLst/>
            <a:cxnLst/>
            <a:rect l="textAreaLeft" t="textAreaTop" r="textAreaRight" b="textAreaBottom"/>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0">
            <a:blip r:embed="rId2"/>
            <a:srcRect/>
            <a:tile tx="0" ty="0" sx="99978" sy="99978" algn="tl"/>
          </a:blipFill>
          <a:ln>
            <a:solidFill>
              <a:srgbClr val="f03b5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314"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Tree>
  </p:cSld>
</p:sldLayout>
</file>

<file path=ppt/slideLayouts/slideLayout8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Default 70">
    <p:bg>
      <p:bgPr>
        <a:solidFill>
          <a:srgbClr val="212121"/>
        </a:solidFill>
      </p:bgPr>
    </p:bg>
    <p:spTree>
      <p:nvGrpSpPr>
        <p:cNvPr id="1" name=""/>
        <p:cNvGrpSpPr/>
        <p:nvPr/>
      </p:nvGrpSpPr>
      <p:grpSpPr>
        <a:xfrm>
          <a:off x="0" y="0"/>
          <a:ext cx="0" cy="0"/>
          <a:chOff x="0" y="0"/>
          <a:chExt cx="0" cy="0"/>
        </a:xfrm>
      </p:grpSpPr>
      <p:sp>
        <p:nvSpPr>
          <p:cNvPr id="315" name="CustomShape 1"/>
          <p:cNvSpPr/>
          <p:nvPr/>
        </p:nvSpPr>
        <p:spPr>
          <a:xfrm>
            <a:off x="1140840" y="2286720"/>
            <a:ext cx="4894200" cy="2502720"/>
          </a:xfrm>
          <a:custGeom>
            <a:avLst/>
            <a:gdLst>
              <a:gd name="textAreaLeft" fmla="*/ 0 w 4894200"/>
              <a:gd name="textAreaRight" fmla="*/ 4894560 w 4894200"/>
              <a:gd name="textAreaTop" fmla="*/ 0 h 2502720"/>
              <a:gd name="textAreaBottom" fmla="*/ 2503080 h 2502720"/>
            </a:gdLst>
            <a:ahLst/>
            <a:cxnLst/>
            <a:rect l="textAreaLeft" t="textAreaTop" r="textAreaRight" b="textAreaBottom"/>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0">
            <a:blip r:embed="rId2"/>
            <a:srcRect/>
            <a:tile tx="0" ty="0" sx="99978" sy="99978" algn="tl"/>
          </a:blipFill>
          <a:ln>
            <a:solidFill>
              <a:srgbClr val="f03b5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Tree>
  </p:cSld>
</p:sldLayout>
</file>

<file path=ppt/slideLayouts/slideLayout8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71">
    <p:bg>
      <p:bgPr>
        <a:solidFill>
          <a:srgbClr val="212121"/>
        </a:solidFill>
      </p:bgPr>
    </p:bg>
    <p:spTree>
      <p:nvGrpSpPr>
        <p:cNvPr id="1" name=""/>
        <p:cNvGrpSpPr/>
        <p:nvPr/>
      </p:nvGrpSpPr>
      <p:grpSpPr>
        <a:xfrm>
          <a:off x="0" y="0"/>
          <a:ext cx="0" cy="0"/>
          <a:chOff x="0" y="0"/>
          <a:chExt cx="0" cy="0"/>
        </a:xfrm>
      </p:grpSpPr>
      <p:sp>
        <p:nvSpPr>
          <p:cNvPr id="316" name="CustomShape 1"/>
          <p:cNvSpPr/>
          <p:nvPr/>
        </p:nvSpPr>
        <p:spPr>
          <a:xfrm>
            <a:off x="1140840" y="2286720"/>
            <a:ext cx="4894200" cy="2502720"/>
          </a:xfrm>
          <a:custGeom>
            <a:avLst/>
            <a:gdLst>
              <a:gd name="textAreaLeft" fmla="*/ 0 w 4894200"/>
              <a:gd name="textAreaRight" fmla="*/ 4894560 w 4894200"/>
              <a:gd name="textAreaTop" fmla="*/ 0 h 2502720"/>
              <a:gd name="textAreaBottom" fmla="*/ 2503080 h 2502720"/>
            </a:gdLst>
            <a:ahLst/>
            <a:cxnLst/>
            <a:rect l="textAreaLeft" t="textAreaTop" r="textAreaRight" b="textAreaBottom"/>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0">
            <a:blip r:embed="rId2"/>
            <a:srcRect/>
            <a:tile tx="0" ty="0" sx="99978" sy="99978" algn="tl"/>
          </a:blipFill>
          <a:ln>
            <a:solidFill>
              <a:srgbClr val="f03b5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lang="en-US" sz="1800" b="0" u="none" strike="noStrike">
              <a:solidFill>
                <a:srgbClr val="000000"/>
              </a:solidFill>
              <a:effectLst/>
              <a:uFillTx/>
              <a:latin typeface="Noto Serif"/>
            </a:endParaRPr>
          </a:p>
        </p:txBody>
      </p:sp>
      <p:sp>
        <p:nvSpPr>
          <p:cNvPr id="317"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lang="en-US" sz="1800" b="0" u="none" strike="noStrike">
                <a:solidFill>
                  <a:srgbClr val="ffffff"/>
                </a:solidFill>
                <a:effectLst/>
                <a:uFillTx/>
                <a:latin typeface="Noto Serif"/>
              </a:rPr>
              <a:t>Click to edit the title text format</a:t>
            </a:r>
            <a:endParaRPr lang="en-US" sz="1800" b="0" u="none" strike="noStrike">
              <a:solidFill>
                <a:srgbClr val="ffffff"/>
              </a:solidFill>
              <a:effectLst/>
              <a:uFillTx/>
              <a:latin typeface="Noto Serif"/>
            </a:endParaRPr>
          </a:p>
        </p:txBody>
      </p:sp>
      <p:sp>
        <p:nvSpPr>
          <p:cNvPr id="318"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319"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
        <p:nvSpPr>
          <p:cNvPr id="320"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85000" lnSpcReduction="9999"/>
          </a:bodyPr>
          <a:p>
            <a:pPr marL="432000" indent="-324000">
              <a:spcBef>
                <a:spcPts val="1417"/>
              </a:spcBef>
              <a:buClr>
                <a:srgbClr val="ffffff"/>
              </a:buClr>
              <a:buSzPct val="45000"/>
              <a:buFont typeface="Wingdings" charset="2"/>
              <a:buChar char=""/>
            </a:pPr>
            <a:r>
              <a:rPr lang="en-US" sz="1800" b="0" u="none" strike="noStrike">
                <a:solidFill>
                  <a:srgbClr val="ffffff"/>
                </a:solidFill>
                <a:effectLst/>
                <a:uFillTx/>
                <a:latin typeface="Noto Serif"/>
              </a:rPr>
              <a:t>Click to edit the outline text format</a:t>
            </a:r>
            <a:endParaRPr lang="en-US" sz="1800" b="0" u="none" strike="noStrike">
              <a:solidFill>
                <a:srgbClr val="ffffff"/>
              </a:solidFill>
              <a:effectLst/>
              <a:uFillTx/>
              <a:latin typeface="Noto Serif"/>
            </a:endParaRPr>
          </a:p>
          <a:p>
            <a:pPr marL="864000" lvl="1" indent="-324000">
              <a:spcBef>
                <a:spcPts val="1134"/>
              </a:spcBef>
              <a:buClr>
                <a:srgbClr val="ffffff"/>
              </a:buClr>
              <a:buSzPct val="75000"/>
              <a:buFont typeface="Symbol" charset="2"/>
              <a:buChar char=""/>
            </a:pPr>
            <a:r>
              <a:rPr lang="en-US" sz="1800" b="0" u="none" strike="noStrike">
                <a:solidFill>
                  <a:srgbClr val="ffffff"/>
                </a:solidFill>
                <a:effectLst/>
                <a:uFillTx/>
                <a:latin typeface="Noto Serif"/>
              </a:rPr>
              <a:t>Second Outline Level</a:t>
            </a:r>
            <a:endParaRPr lang="en-US" sz="1800" b="0" u="none" strike="noStrike">
              <a:solidFill>
                <a:srgbClr val="ffffff"/>
              </a:solidFill>
              <a:effectLst/>
              <a:uFillTx/>
              <a:latin typeface="Noto Serif"/>
            </a:endParaRPr>
          </a:p>
          <a:p>
            <a:pPr marL="1296000" lvl="2" indent="-288000">
              <a:spcBef>
                <a:spcPts val="850"/>
              </a:spcBef>
              <a:buClr>
                <a:srgbClr val="ffffff"/>
              </a:buClr>
              <a:buSzPct val="45000"/>
              <a:buFont typeface="Wingdings" charset="2"/>
              <a:buChar char=""/>
            </a:pPr>
            <a:r>
              <a:rPr lang="en-US" sz="1800" b="0" u="none" strike="noStrike">
                <a:solidFill>
                  <a:srgbClr val="ffffff"/>
                </a:solidFill>
                <a:effectLst/>
                <a:uFillTx/>
                <a:latin typeface="Noto Serif"/>
              </a:rPr>
              <a:t>Third Outline Level</a:t>
            </a:r>
            <a:endParaRPr lang="en-US" sz="1800" b="0" u="none" strike="noStrike">
              <a:solidFill>
                <a:srgbClr val="ffffff"/>
              </a:solidFill>
              <a:effectLst/>
              <a:uFillTx/>
              <a:latin typeface="Noto Serif"/>
            </a:endParaRPr>
          </a:p>
          <a:p>
            <a:pPr marL="1728000" lvl="3" indent="-216000">
              <a:spcBef>
                <a:spcPts val="567"/>
              </a:spcBef>
              <a:buClr>
                <a:srgbClr val="ffffff"/>
              </a:buClr>
              <a:buSzPct val="75000"/>
              <a:buFont typeface="Symbol" charset="2"/>
              <a:buChar char=""/>
            </a:pPr>
            <a:r>
              <a:rPr lang="en-US" sz="1800" b="0" u="none" strike="noStrike">
                <a:solidFill>
                  <a:srgbClr val="ffffff"/>
                </a:solidFill>
                <a:effectLst/>
                <a:uFillTx/>
                <a:latin typeface="Noto Serif"/>
              </a:rPr>
              <a:t>Fourth Outline Level</a:t>
            </a:r>
            <a:endParaRPr lang="en-US" sz="1800" b="0" u="none" strike="noStrike">
              <a:solidFill>
                <a:srgbClr val="ffffff"/>
              </a:solidFill>
              <a:effectLst/>
              <a:uFillTx/>
              <a:latin typeface="Noto Serif"/>
            </a:endParaRPr>
          </a:p>
          <a:p>
            <a:pPr marL="2160000" lvl="4"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Fifth Outline Level</a:t>
            </a:r>
            <a:endParaRPr lang="en-US" sz="1800" b="0" u="none" strike="noStrike">
              <a:solidFill>
                <a:srgbClr val="ffffff"/>
              </a:solidFill>
              <a:effectLst/>
              <a:uFillTx/>
              <a:latin typeface="Noto Serif"/>
            </a:endParaRPr>
          </a:p>
          <a:p>
            <a:pPr marL="2592000" lvl="5"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Sixth Outline Level</a:t>
            </a:r>
            <a:endParaRPr lang="en-US" sz="1800" b="0" u="none" strike="noStrike">
              <a:solidFill>
                <a:srgbClr val="ffffff"/>
              </a:solidFill>
              <a:effectLst/>
              <a:uFillTx/>
              <a:latin typeface="Noto Serif"/>
            </a:endParaRPr>
          </a:p>
          <a:p>
            <a:pPr marL="3024000" lvl="6" indent="-216000">
              <a:spcBef>
                <a:spcPts val="283"/>
              </a:spcBef>
              <a:buClr>
                <a:srgbClr val="ffffff"/>
              </a:buClr>
              <a:buSzPct val="45000"/>
              <a:buFont typeface="Wingdings" charset="2"/>
              <a:buChar char=""/>
            </a:pPr>
            <a:r>
              <a:rPr lang="en-US" sz="1800" b="0" u="none" strike="noStrike">
                <a:solidFill>
                  <a:srgbClr val="ffffff"/>
                </a:solidFill>
                <a:effectLst/>
                <a:uFillTx/>
                <a:latin typeface="Noto Serif"/>
              </a:rPr>
              <a:t>Seventh Outline Level</a:t>
            </a:r>
            <a:endParaRPr lang="en-US" sz="1800" b="0" u="none" strike="noStrike">
              <a:solidFill>
                <a:srgbClr val="ffffff"/>
              </a:solidFill>
              <a:effectLst/>
              <a:uFillTx/>
              <a:latin typeface="Noto Serif"/>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25.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37.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49.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
</Relationships>
</file>

<file path=ppt/slideMasters/_rels/slideMaster61.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 Id="rId9" Type="http://schemas.openxmlformats.org/officeDocument/2006/relationships/slideLayout" Target="../slideLayouts/slideLayout68.xml"/><Relationship Id="rId10" Type="http://schemas.openxmlformats.org/officeDocument/2006/relationships/slideLayout" Target="../slideLayouts/slideLayout69.xml"/><Relationship Id="rId11" Type="http://schemas.openxmlformats.org/officeDocument/2006/relationships/slideLayout" Target="../slideLayouts/slideLayout70.xml"/><Relationship Id="rId12" Type="http://schemas.openxmlformats.org/officeDocument/2006/relationships/slideLayout" Target="../slideLayouts/slideLayout71.xml"/><Relationship Id="rId13" Type="http://schemas.openxmlformats.org/officeDocument/2006/relationships/slideLayout" Target="../slideLayouts/slideLayout72.xml"/>
</Relationships>
</file>

<file path=ppt/slideMasters/_rels/slideMaster73.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3.xml"/><Relationship Id="rId3" Type="http://schemas.openxmlformats.org/officeDocument/2006/relationships/slideLayout" Target="../slideLayouts/slideLayout74.xml"/><Relationship Id="rId4" Type="http://schemas.openxmlformats.org/officeDocument/2006/relationships/slideLayout" Target="../slideLayouts/slideLayout75.xml"/><Relationship Id="rId5" Type="http://schemas.openxmlformats.org/officeDocument/2006/relationships/slideLayout" Target="../slideLayouts/slideLayout76.xml"/><Relationship Id="rId6" Type="http://schemas.openxmlformats.org/officeDocument/2006/relationships/slideLayout" Target="../slideLayouts/slideLayout77.xml"/><Relationship Id="rId7" Type="http://schemas.openxmlformats.org/officeDocument/2006/relationships/slideLayout" Target="../slideLayouts/slideLayout78.xml"/><Relationship Id="rId8" Type="http://schemas.openxmlformats.org/officeDocument/2006/relationships/slideLayout" Target="../slideLayouts/slideLayout79.xml"/><Relationship Id="rId9" Type="http://schemas.openxmlformats.org/officeDocument/2006/relationships/slideLayout" Target="../slideLayouts/slideLayout80.xml"/><Relationship Id="rId10" Type="http://schemas.openxmlformats.org/officeDocument/2006/relationships/slideLayout" Target="../slideLayouts/slideLayout81.xml"/><Relationship Id="rId11" Type="http://schemas.openxmlformats.org/officeDocument/2006/relationships/slideLayout" Target="../slideLayouts/slideLayout82.xml"/><Relationship Id="rId12" Type="http://schemas.openxmlformats.org/officeDocument/2006/relationships/slideLayout" Target="../slideLayouts/slideLayout83.xml"/><Relationship Id="rId13" Type="http://schemas.openxmlformats.org/officeDocument/2006/relationships/slideLayout" Target="../slideLayouts/slideLayout8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3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4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sldMaster>
</file>

<file path=ppt/slideMasters/slideMaster6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Lst>
</p:sldMaster>
</file>

<file path=ppt/slideMasters/slideMaster7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8.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0.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2.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0.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2.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58.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2.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2.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42.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42.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30.xml"/>
</Relationships>
</file>

<file path=ppt/slides/_rels/slide13.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65.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42.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30.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42.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30.xml"/>
</Relationships>
</file>

<file path=ppt/slides/_rels/slide1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42.xml"/>
</Relationships>
</file>

<file path=ppt/slides/_rels/slide1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65.xml"/>
</Relationships>
</file>

<file path=ppt/slides/_rels/slide2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65.xml"/>
</Relationships>
</file>

<file path=ppt/slides/_rels/slide2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42.xml"/>
</Relationships>
</file>

<file path=ppt/slides/_rels/slide2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4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30.xml"/>
</Relationships>
</file>

<file path=ppt/slides/_rels/slide24.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65.xml"/>
</Relationships>
</file>

<file path=ppt/slides/_rels/slide25.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65.xml"/>
</Relationships>
</file>

<file path=ppt/slides/_rels/slide26.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65.xml"/>
</Relationships>
</file>

<file path=ppt/slides/_rels/slide27.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slideLayout" Target="../slideLayouts/slideLayout65.xml"/>
</Relationships>
</file>

<file path=ppt/slides/_rels/slide28.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slideLayout" Target="../slideLayouts/slideLayout65.xml"/>
</Relationships>
</file>

<file path=ppt/slides/_rels/slide29.xml.rels><?xml version="1.0" encoding="UTF-8"?>
<Relationships xmlns="http://schemas.openxmlformats.org/package/2006/relationships"><Relationship Id="rId1" Type="http://schemas.openxmlformats.org/officeDocument/2006/relationships/image" Target="../media/image14.jpeg"/><Relationship Id="rId2" Type="http://schemas.openxmlformats.org/officeDocument/2006/relationships/slideLayout" Target="../slideLayouts/slideLayout65.xml"/>
</Relationships>
</file>

<file path=ppt/slides/_rels/slide30.xml.rels><?xml version="1.0" encoding="UTF-8"?>
<Relationships xmlns="http://schemas.openxmlformats.org/package/2006/relationships"><Relationship Id="rId1" Type="http://schemas.openxmlformats.org/officeDocument/2006/relationships/image" Target="../media/image15.jpeg"/><Relationship Id="rId2" Type="http://schemas.openxmlformats.org/officeDocument/2006/relationships/slideLayout" Target="../slideLayouts/slideLayout65.xml"/>
</Relationships>
</file>

<file path=ppt/slides/_rels/slide31.xml.rels><?xml version="1.0" encoding="UTF-8"?>
<Relationships xmlns="http://schemas.openxmlformats.org/package/2006/relationships"><Relationship Id="rId1" Type="http://schemas.openxmlformats.org/officeDocument/2006/relationships/image" Target="../media/image16.jpeg"/><Relationship Id="rId2" Type="http://schemas.openxmlformats.org/officeDocument/2006/relationships/slideLayout" Target="../slideLayouts/slideLayout65.xml"/>
</Relationships>
</file>

<file path=ppt/slides/_rels/slide32.xml.rels><?xml version="1.0" encoding="UTF-8"?>
<Relationships xmlns="http://schemas.openxmlformats.org/package/2006/relationships"><Relationship Id="rId1" Type="http://schemas.openxmlformats.org/officeDocument/2006/relationships/image" Target="../media/image17.jpeg"/><Relationship Id="rId2" Type="http://schemas.openxmlformats.org/officeDocument/2006/relationships/slideLayout" Target="../slideLayouts/slideLayout65.xml"/>
</Relationships>
</file>

<file path=ppt/slides/_rels/slide33.xml.rels><?xml version="1.0" encoding="UTF-8"?>
<Relationships xmlns="http://schemas.openxmlformats.org/package/2006/relationships"><Relationship Id="rId1" Type="http://schemas.openxmlformats.org/officeDocument/2006/relationships/image" Target="../media/image18.jpeg"/><Relationship Id="rId2" Type="http://schemas.openxmlformats.org/officeDocument/2006/relationships/slideLayout" Target="../slideLayouts/slideLayout65.xml"/>
</Relationships>
</file>

<file path=ppt/slides/_rels/slide34.xml.rels><?xml version="1.0" encoding="UTF-8"?>
<Relationships xmlns="http://schemas.openxmlformats.org/package/2006/relationships"><Relationship Id="rId1" Type="http://schemas.openxmlformats.org/officeDocument/2006/relationships/image" Target="../media/image19.jpeg"/><Relationship Id="rId2" Type="http://schemas.openxmlformats.org/officeDocument/2006/relationships/slideLayout" Target="../slideLayouts/slideLayout65.xml"/>
</Relationships>
</file>

<file path=ppt/slides/_rels/slide35.xml.rels><?xml version="1.0" encoding="UTF-8"?>
<Relationships xmlns="http://schemas.openxmlformats.org/package/2006/relationships"><Relationship Id="rId1" Type="http://schemas.openxmlformats.org/officeDocument/2006/relationships/image" Target="../media/image20.jpeg"/><Relationship Id="rId2" Type="http://schemas.openxmlformats.org/officeDocument/2006/relationships/slideLayout" Target="../slideLayouts/slideLayout65.xml"/>
</Relationships>
</file>

<file path=ppt/slides/_rels/slide36.xml.rels><?xml version="1.0" encoding="UTF-8"?>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jpeg"/><Relationship Id="rId3" Type="http://schemas.openxmlformats.org/officeDocument/2006/relationships/slideLayout" Target="../slideLayouts/slideLayout65.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7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CustomShape 1"/>
          <p:cNvSpPr/>
          <p:nvPr/>
        </p:nvSpPr>
        <p:spPr>
          <a:xfrm>
            <a:off x="810000" y="2510280"/>
            <a:ext cx="7913880" cy="2129760"/>
          </a:xfrm>
          <a:prstGeom prst="rect">
            <a:avLst/>
          </a:prstGeom>
          <a:noFill/>
          <a:ln w="0">
            <a:noFill/>
          </a:ln>
          <a:effectLst>
            <a:outerShdw dir="0" dist="0">
              <a:srgbClr val="000000">
                <a:alpha val="60000"/>
              </a:srgbClr>
            </a:outerShdw>
          </a:effectLst>
        </p:spPr>
        <p:style>
          <a:lnRef idx="0"/>
          <a:fillRef idx="0"/>
          <a:effectRef idx="0"/>
          <a:fontRef idx="minor"/>
        </p:style>
        <p:txBody>
          <a:bodyPr lIns="90000" rIns="90000" tIns="45000" bIns="45000" anchor="b">
            <a:noAutofit/>
          </a:bodyPr>
          <a:p>
            <a:pPr>
              <a:lnSpc>
                <a:spcPct val="100000"/>
              </a:lnSpc>
            </a:pPr>
            <a:r>
              <a:rPr lang="en-IN" sz="4400" b="1" u="none" strike="noStrike">
                <a:solidFill>
                  <a:srgbClr val="fefefe"/>
                </a:solidFill>
                <a:effectLst/>
                <a:uFillTx/>
                <a:latin typeface="Century Gothic"/>
                <a:ea typeface="DejaVu Sans"/>
              </a:rPr>
              <a:t>HTML Report Generation of Required Standard Cells using .lib File</a:t>
            </a:r>
            <a:endParaRPr lang="en-US" sz="4400" b="0" u="none" strike="noStrike">
              <a:solidFill>
                <a:srgbClr val="ffffff"/>
              </a:solidFill>
              <a:effectLst/>
              <a:uFillTx/>
              <a:latin typeface="Noto Serif"/>
            </a:endParaRPr>
          </a:p>
        </p:txBody>
      </p:sp>
      <p:sp>
        <p:nvSpPr>
          <p:cNvPr id="322" name="CustomShape 2"/>
          <p:cNvSpPr/>
          <p:nvPr/>
        </p:nvSpPr>
        <p:spPr>
          <a:xfrm>
            <a:off x="7469640" y="5247000"/>
            <a:ext cx="4105800" cy="1516320"/>
          </a:xfrm>
          <a:prstGeom prst="rect">
            <a:avLst/>
          </a:prstGeom>
          <a:noFill/>
          <a:ln w="0">
            <a:noFill/>
          </a:ln>
          <a:effectLst>
            <a:outerShdw dir="0" dist="0">
              <a:srgbClr val="000000">
                <a:alpha val="40000"/>
              </a:srgbClr>
            </a:outerShdw>
          </a:effectLst>
        </p:spPr>
        <p:style>
          <a:lnRef idx="0"/>
          <a:fillRef idx="0"/>
          <a:effectRef idx="0"/>
          <a:fontRef idx="minor"/>
        </p:style>
        <p:txBody>
          <a:bodyPr lIns="90000" rIns="90000" tIns="45000" bIns="45000" anchor="t">
            <a:normAutofit/>
          </a:bodyPr>
          <a:p>
            <a:pPr>
              <a:lnSpc>
                <a:spcPct val="100000"/>
              </a:lnSpc>
              <a:spcBef>
                <a:spcPts val="360"/>
              </a:spcBef>
              <a:spcAft>
                <a:spcPts val="601"/>
              </a:spcAft>
            </a:pPr>
            <a:r>
              <a:rPr lang="en-IN" sz="1800" b="0" u="none" strike="noStrike">
                <a:solidFill>
                  <a:srgbClr val="ffffff"/>
                </a:solidFill>
                <a:effectLst/>
                <a:uFillTx/>
                <a:latin typeface="Century Gothic"/>
                <a:ea typeface="DejaVu Sans"/>
              </a:rPr>
              <a:t>Team:</a:t>
            </a:r>
            <a:endParaRPr lang="en-US" sz="1800" b="0" u="none" strike="noStrike">
              <a:solidFill>
                <a:srgbClr val="ffffff"/>
              </a:solidFill>
              <a:effectLst/>
              <a:uFillTx/>
              <a:latin typeface="Noto Serif"/>
            </a:endParaRPr>
          </a:p>
          <a:p>
            <a:pPr>
              <a:lnSpc>
                <a:spcPct val="100000"/>
              </a:lnSpc>
              <a:spcBef>
                <a:spcPts val="360"/>
              </a:spcBef>
              <a:spcAft>
                <a:spcPts val="601"/>
              </a:spcAft>
            </a:pPr>
            <a:r>
              <a:rPr lang="en-IN" sz="1800" b="0" u="none" strike="noStrike">
                <a:solidFill>
                  <a:srgbClr val="ffffff"/>
                </a:solidFill>
                <a:effectLst/>
                <a:uFillTx/>
                <a:latin typeface="Century Gothic"/>
                <a:ea typeface="DejaVu Sans"/>
              </a:rPr>
              <a:t>Kajal </a:t>
            </a:r>
            <a:r>
              <a:rPr lang="en-IN" sz="1800" b="1" u="none" strike="noStrike">
                <a:solidFill>
                  <a:srgbClr val="ffffff"/>
                </a:solidFill>
                <a:effectLst/>
                <a:uFillTx/>
                <a:latin typeface="Century Gothic"/>
                <a:ea typeface="DejaVu Sans"/>
              </a:rPr>
              <a:t>Pathak</a:t>
            </a:r>
            <a:r>
              <a:rPr lang="en-IN" sz="1800" b="0" u="none" strike="noStrike">
                <a:solidFill>
                  <a:srgbClr val="ffffff"/>
                </a:solidFill>
                <a:effectLst/>
                <a:uFillTx/>
                <a:latin typeface="Century Gothic"/>
                <a:ea typeface="DejaVu Sans"/>
              </a:rPr>
              <a:t>	</a:t>
            </a:r>
            <a:r>
              <a:rPr lang="en-IN" sz="1800" b="0" u="none" strike="noStrike">
                <a:solidFill>
                  <a:srgbClr val="ffffff"/>
                </a:solidFill>
                <a:effectLst/>
                <a:uFillTx/>
                <a:latin typeface="Century Gothic"/>
                <a:ea typeface="DejaVu Sans"/>
              </a:rPr>
              <a:t>	</a:t>
            </a:r>
            <a:r>
              <a:rPr lang="en-IN" sz="1800" b="0" u="none" strike="noStrike">
                <a:solidFill>
                  <a:srgbClr val="ffffff"/>
                </a:solidFill>
                <a:effectLst/>
                <a:uFillTx/>
                <a:latin typeface="Century Gothic"/>
                <a:ea typeface="DejaVu Sans"/>
              </a:rPr>
              <a:t>	</a:t>
            </a:r>
            <a:r>
              <a:rPr lang="en-IN" sz="1800" b="0" u="none" strike="noStrike">
                <a:solidFill>
                  <a:srgbClr val="ffffff"/>
                </a:solidFill>
                <a:effectLst/>
                <a:uFillTx/>
                <a:latin typeface="Century Gothic"/>
                <a:ea typeface="DejaVu Sans"/>
              </a:rPr>
              <a:t>Nikhil </a:t>
            </a:r>
            <a:r>
              <a:rPr lang="en-IN" sz="1800" b="1" u="none" strike="noStrike">
                <a:solidFill>
                  <a:srgbClr val="ffffff"/>
                </a:solidFill>
                <a:effectLst/>
                <a:uFillTx/>
                <a:latin typeface="Century Gothic"/>
                <a:ea typeface="DejaVu Sans"/>
              </a:rPr>
              <a:t>Jain</a:t>
            </a:r>
            <a:endParaRPr lang="en-US" sz="1800" b="0" u="none" strike="noStrike">
              <a:solidFill>
                <a:srgbClr val="ffffff"/>
              </a:solidFill>
              <a:effectLst/>
              <a:uFillTx/>
              <a:latin typeface="Noto Serif"/>
            </a:endParaRPr>
          </a:p>
          <a:p>
            <a:pPr>
              <a:lnSpc>
                <a:spcPct val="100000"/>
              </a:lnSpc>
              <a:spcBef>
                <a:spcPts val="360"/>
              </a:spcBef>
              <a:spcAft>
                <a:spcPts val="601"/>
              </a:spcAft>
            </a:pPr>
            <a:r>
              <a:rPr lang="en-IN" sz="1800" b="1" u="none" strike="noStrike">
                <a:solidFill>
                  <a:srgbClr val="ffffff"/>
                </a:solidFill>
                <a:effectLst/>
                <a:uFillTx/>
                <a:latin typeface="Century Gothic"/>
                <a:ea typeface="DejaVu Sans"/>
              </a:rPr>
              <a:t>Sarosh</a:t>
            </a:r>
            <a:endParaRPr lang="en-US" sz="1800" b="0" u="none" strike="noStrike">
              <a:solidFill>
                <a:srgbClr val="ffffff"/>
              </a:solidFill>
              <a:effectLst/>
              <a:uFillTx/>
              <a:latin typeface="Noto Serif"/>
            </a:endParaRPr>
          </a:p>
        </p:txBody>
      </p:sp>
      <p:sp>
        <p:nvSpPr>
          <p:cNvPr id="323" name="CustomShape 3"/>
          <p:cNvSpPr/>
          <p:nvPr/>
        </p:nvSpPr>
        <p:spPr>
          <a:xfrm>
            <a:off x="810000" y="5282280"/>
            <a:ext cx="3018960" cy="739440"/>
          </a:xfrm>
          <a:prstGeom prst="rect">
            <a:avLst/>
          </a:prstGeom>
          <a:noFill/>
          <a:ln w="0">
            <a:noFill/>
          </a:ln>
          <a:effectLst>
            <a:outerShdw blurRad="50760" dir="0">
              <a:srgbClr val="000000">
                <a:alpha val="40000"/>
              </a:srgbClr>
            </a:outerShdw>
          </a:effectLst>
        </p:spPr>
        <p:style>
          <a:lnRef idx="0"/>
          <a:fillRef idx="0"/>
          <a:effectRef idx="0"/>
          <a:fontRef idx="minor"/>
        </p:style>
        <p:txBody>
          <a:bodyPr lIns="90000" rIns="90000" tIns="45000" bIns="45000" anchor="t">
            <a:normAutofit/>
          </a:bodyPr>
          <a:p>
            <a:pPr>
              <a:lnSpc>
                <a:spcPct val="100000"/>
              </a:lnSpc>
              <a:spcBef>
                <a:spcPts val="360"/>
              </a:spcBef>
              <a:spcAft>
                <a:spcPts val="601"/>
              </a:spcAft>
            </a:pPr>
            <a:r>
              <a:rPr lang="en-IN" sz="1800" b="0" u="none" strike="noStrike">
                <a:solidFill>
                  <a:srgbClr val="ffffff"/>
                </a:solidFill>
                <a:effectLst/>
                <a:uFillTx/>
                <a:latin typeface="Century Gothic"/>
                <a:ea typeface="DejaVu Sans"/>
              </a:rPr>
              <a:t>Under the guidance of Pine Training Academy</a:t>
            </a:r>
            <a:endParaRPr lang="en-US" sz="1800" b="0" u="none" strike="noStrike">
              <a:solidFill>
                <a:srgbClr val="ffffff"/>
              </a:solidFill>
              <a:effectLst/>
              <a:uFillTx/>
              <a:latin typeface="Noto Serif"/>
            </a:endParaRPr>
          </a:p>
        </p:txBody>
      </p:sp>
      <p:pic>
        <p:nvPicPr>
          <p:cNvPr id="324" name="Picture 5"/>
          <p:cNvPicPr/>
          <p:nvPr/>
        </p:nvPicPr>
        <p:blipFill>
          <a:blip r:embed="rId1"/>
          <a:stretch/>
        </p:blipFill>
        <p:spPr>
          <a:xfrm>
            <a:off x="9135360" y="2301120"/>
            <a:ext cx="2319480" cy="2338560"/>
          </a:xfrm>
          <a:prstGeom prst="rect">
            <a:avLst/>
          </a:prstGeom>
          <a:noFill/>
          <a:ln w="0">
            <a:noFill/>
          </a:ln>
        </p:spPr>
      </p:pic>
      <p:sp>
        <p:nvSpPr>
          <p:cNvPr id="325" name="CustomShape 4"/>
          <p:cNvSpPr/>
          <p:nvPr/>
        </p:nvSpPr>
        <p:spPr>
          <a:xfrm>
            <a:off x="810000" y="6024240"/>
            <a:ext cx="3018960" cy="739440"/>
          </a:xfrm>
          <a:prstGeom prst="rect">
            <a:avLst/>
          </a:prstGeom>
          <a:noFill/>
          <a:ln w="0">
            <a:noFill/>
          </a:ln>
          <a:effectLst>
            <a:outerShdw blurRad="50760" dir="0">
              <a:srgbClr val="000000">
                <a:alpha val="40000"/>
              </a:srgbClr>
            </a:outerShdw>
          </a:effectLst>
        </p:spPr>
        <p:style>
          <a:lnRef idx="0"/>
          <a:fillRef idx="0"/>
          <a:effectRef idx="0"/>
          <a:fontRef idx="minor"/>
        </p:style>
        <p:txBody>
          <a:bodyPr lIns="90000" rIns="90000" tIns="45000" bIns="45000" anchor="t">
            <a:normAutofit lnSpcReduction="9999"/>
          </a:bodyPr>
          <a:p>
            <a:pPr>
              <a:lnSpc>
                <a:spcPct val="100000"/>
              </a:lnSpc>
              <a:spcBef>
                <a:spcPts val="360"/>
              </a:spcBef>
              <a:spcAft>
                <a:spcPts val="601"/>
              </a:spcAft>
            </a:pPr>
            <a:r>
              <a:rPr lang="en-IN" sz="1800" b="0" u="none" strike="noStrike">
                <a:solidFill>
                  <a:srgbClr val="ffffff"/>
                </a:solidFill>
                <a:effectLst/>
                <a:uFillTx/>
                <a:latin typeface="Century Gothic"/>
                <a:ea typeface="DejaVu Sans"/>
              </a:rPr>
              <a:t>Project Buddy:</a:t>
            </a:r>
            <a:endParaRPr lang="en-US" sz="1800" b="0" u="none" strike="noStrike">
              <a:solidFill>
                <a:srgbClr val="ffffff"/>
              </a:solidFill>
              <a:effectLst/>
              <a:uFillTx/>
              <a:latin typeface="Noto Serif"/>
            </a:endParaRPr>
          </a:p>
          <a:p>
            <a:pPr>
              <a:lnSpc>
                <a:spcPct val="100000"/>
              </a:lnSpc>
              <a:spcBef>
                <a:spcPts val="360"/>
              </a:spcBef>
              <a:spcAft>
                <a:spcPts val="601"/>
              </a:spcAft>
            </a:pPr>
            <a:r>
              <a:rPr lang="en-IN" sz="1800" b="0" u="none" strike="noStrike">
                <a:solidFill>
                  <a:srgbClr val="ffffff"/>
                </a:solidFill>
                <a:effectLst/>
                <a:uFillTx/>
                <a:latin typeface="Century Gothic"/>
                <a:ea typeface="DejaVu Sans"/>
              </a:rPr>
              <a:t>Vashu </a:t>
            </a:r>
            <a:r>
              <a:rPr lang="en-IN" sz="1800" b="1" u="none" strike="noStrike">
                <a:solidFill>
                  <a:srgbClr val="ffffff"/>
                </a:solidFill>
                <a:effectLst/>
                <a:uFillTx/>
                <a:latin typeface="Century Gothic"/>
                <a:ea typeface="DejaVu Sans"/>
              </a:rPr>
              <a:t>Yadav</a:t>
            </a:r>
            <a:endParaRPr lang="en-US" sz="1800" b="0" u="none" strike="noStrik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 name="CustomShape 1"/>
          <p:cNvSpPr/>
          <p:nvPr/>
        </p:nvSpPr>
        <p:spPr>
          <a:xfrm>
            <a:off x="1640160" y="720000"/>
            <a:ext cx="2895120" cy="769320"/>
          </a:xfrm>
          <a:prstGeom prst="rect">
            <a:avLst/>
          </a:prstGeom>
          <a:noFill/>
          <a:ln w="0">
            <a:noFill/>
          </a:ln>
          <a:effectLst>
            <a:outerShdw dir="0" dist="0">
              <a:srgbClr val="000000">
                <a:alpha val="60000"/>
              </a:srgbClr>
            </a:outerShdw>
          </a:effectLst>
        </p:spPr>
        <p:style>
          <a:lnRef idx="0"/>
          <a:fillRef idx="0"/>
          <a:effectRef idx="0"/>
          <a:fontRef idx="minor"/>
        </p:style>
        <p:txBody>
          <a:bodyPr lIns="90000" rIns="90000" tIns="45000" bIns="45000" anchor="b">
            <a:noAutofit/>
          </a:bodyPr>
          <a:p>
            <a:pPr>
              <a:lnSpc>
                <a:spcPct val="100000"/>
              </a:lnSpc>
            </a:pPr>
            <a:r>
              <a:rPr lang="en-IN" sz="4800" b="1" u="none" strike="noStrike">
                <a:solidFill>
                  <a:srgbClr val="fefefe"/>
                </a:solidFill>
                <a:effectLst/>
                <a:uFillTx/>
                <a:latin typeface="Century Gothic"/>
                <a:ea typeface="DejaVu Sans"/>
              </a:rPr>
              <a:t>INDEX</a:t>
            </a:r>
            <a:endParaRPr lang="en-US" sz="4800" b="0" u="none" strike="noStrike">
              <a:solidFill>
                <a:srgbClr val="ffffff"/>
              </a:solidFill>
              <a:effectLst/>
              <a:uFillTx/>
              <a:latin typeface="Noto Serif"/>
            </a:endParaRPr>
          </a:p>
        </p:txBody>
      </p:sp>
      <p:graphicFrame>
        <p:nvGraphicFramePr>
          <p:cNvPr id="327" name="Table 2"/>
          <p:cNvGraphicFramePr/>
          <p:nvPr/>
        </p:nvGraphicFramePr>
        <p:xfrm>
          <a:off x="4856040" y="446040"/>
          <a:ext cx="6849000" cy="5982840"/>
        </p:xfrm>
        <a:graphic>
          <a:graphicData uri="http://schemas.openxmlformats.org/drawingml/2006/table">
            <a:tbl>
              <a:tblPr/>
              <a:tblGrid>
                <a:gridCol w="3424680"/>
                <a:gridCol w="3424680"/>
              </a:tblGrid>
              <a:tr h="747720">
                <a:tc>
                  <a:txBody>
                    <a:bodyPr anchor="t">
                      <a:noAutofit/>
                    </a:bodyPr>
                    <a:p>
                      <a:pPr>
                        <a:lnSpc>
                          <a:spcPct val="100000"/>
                        </a:lnSpc>
                      </a:pPr>
                      <a:r>
                        <a:rPr lang="en-IN" sz="1800" b="1" u="none" strike="noStrike">
                          <a:solidFill>
                            <a:srgbClr val="ffffff"/>
                          </a:solidFill>
                          <a:effectLst/>
                          <a:uFillTx/>
                          <a:latin typeface="Century Gothic"/>
                        </a:rPr>
                        <a:t>Content</a:t>
                      </a:r>
                      <a:endParaRPr lang="en-US" sz="1800" b="0" u="none" strike="noStrike">
                        <a:solidFill>
                          <a:srgbClr val="ffffff"/>
                        </a:solidFill>
                        <a:effectLst/>
                        <a:uFillTx/>
                        <a:latin typeface="Noto Serif"/>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03b5e"/>
                    </a:solidFill>
                  </a:tcPr>
                </a:tc>
                <a:tc>
                  <a:txBody>
                    <a:bodyPr anchor="t">
                      <a:noAutofit/>
                    </a:bodyPr>
                    <a:p>
                      <a:pPr>
                        <a:lnSpc>
                          <a:spcPct val="100000"/>
                        </a:lnSpc>
                      </a:pPr>
                      <a:r>
                        <a:rPr lang="en-IN" sz="1800" b="1" u="none" strike="noStrike">
                          <a:solidFill>
                            <a:srgbClr val="ffffff"/>
                          </a:solidFill>
                          <a:effectLst/>
                          <a:uFillTx/>
                          <a:latin typeface="Century Gothic"/>
                        </a:rPr>
                        <a:t>Slide Number</a:t>
                      </a:r>
                      <a:endParaRPr lang="en-US" sz="1800" b="0" u="none" strike="noStrike">
                        <a:solidFill>
                          <a:srgbClr val="ffffff"/>
                        </a:solidFill>
                        <a:effectLst/>
                        <a:uFillTx/>
                        <a:latin typeface="Noto Serif"/>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03b5e"/>
                    </a:solidFill>
                  </a:tcPr>
                </a:tc>
              </a:tr>
              <a:tr h="747720">
                <a:tc>
                  <a:txBody>
                    <a:bodyPr anchor="t">
                      <a:noAutofit/>
                    </a:bodyPr>
                    <a:p>
                      <a:pPr>
                        <a:lnSpc>
                          <a:spcPct val="100000"/>
                        </a:lnSpc>
                      </a:pPr>
                      <a:r>
                        <a:rPr lang="en-IN" sz="1800" b="0" u="none" strike="noStrike">
                          <a:solidFill>
                            <a:srgbClr val="000000"/>
                          </a:solidFill>
                          <a:effectLst/>
                          <a:uFillTx/>
                          <a:latin typeface="Century Gothic"/>
                        </a:rPr>
                        <a:t>Introduction</a:t>
                      </a:r>
                      <a:endParaRPr lang="en-US" sz="1800" b="0" u="none" strike="noStrike">
                        <a:solidFill>
                          <a:srgbClr val="000000"/>
                        </a:solidFill>
                        <a:effectLst/>
                        <a:uFillTx/>
                        <a:latin typeface="Noto Serif"/>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9ced2"/>
                    </a:solidFill>
                  </a:tcPr>
                </a:tc>
                <a:tc>
                  <a:txBody>
                    <a:bodyPr anchor="t">
                      <a:noAutofit/>
                    </a:bodyPr>
                    <a:p>
                      <a:pPr>
                        <a:lnSpc>
                          <a:spcPct val="100000"/>
                        </a:lnSpc>
                      </a:pPr>
                      <a:r>
                        <a:rPr lang="en-IN" sz="1800" b="0" u="none" strike="noStrike">
                          <a:solidFill>
                            <a:srgbClr val="000000"/>
                          </a:solidFill>
                          <a:effectLst/>
                          <a:uFillTx/>
                          <a:latin typeface="Century Gothic"/>
                        </a:rPr>
                        <a:t>3</a:t>
                      </a:r>
                      <a:endParaRPr lang="en-US" sz="1800" b="0" u="none" strike="noStrike">
                        <a:solidFill>
                          <a:srgbClr val="000000"/>
                        </a:solidFill>
                        <a:effectLst/>
                        <a:uFillTx/>
                        <a:latin typeface="Noto Serif"/>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9ced2"/>
                    </a:solidFill>
                  </a:tcPr>
                </a:tc>
              </a:tr>
              <a:tr h="747720">
                <a:tc>
                  <a:txBody>
                    <a:bodyPr anchor="t">
                      <a:noAutofit/>
                    </a:bodyPr>
                    <a:p>
                      <a:pPr>
                        <a:lnSpc>
                          <a:spcPct val="100000"/>
                        </a:lnSpc>
                      </a:pPr>
                      <a:r>
                        <a:rPr lang="en-IN" sz="1800" b="0" u="none" strike="noStrike">
                          <a:solidFill>
                            <a:srgbClr val="000000"/>
                          </a:solidFill>
                          <a:effectLst/>
                          <a:uFillTx/>
                          <a:latin typeface="Century Gothic"/>
                        </a:rPr>
                        <a:t>Elements of Project</a:t>
                      </a:r>
                      <a:endParaRPr lang="en-US" sz="1800" b="0" u="none" strike="noStrike">
                        <a:solidFill>
                          <a:srgbClr val="000000"/>
                        </a:solidFill>
                        <a:effectLst/>
                        <a:uFillTx/>
                        <a:latin typeface="Noto Serif"/>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8e9"/>
                    </a:solidFill>
                  </a:tcPr>
                </a:tc>
                <a:tc>
                  <a:txBody>
                    <a:bodyPr anchor="t">
                      <a:noAutofit/>
                    </a:bodyPr>
                    <a:p>
                      <a:pPr>
                        <a:lnSpc>
                          <a:spcPct val="100000"/>
                        </a:lnSpc>
                      </a:pPr>
                      <a:r>
                        <a:rPr lang="en-IN" sz="1800" b="0" u="none" strike="noStrike">
                          <a:solidFill>
                            <a:srgbClr val="000000"/>
                          </a:solidFill>
                          <a:effectLst/>
                          <a:uFillTx/>
                          <a:latin typeface="Century Gothic"/>
                        </a:rPr>
                        <a:t>5</a:t>
                      </a:r>
                      <a:endParaRPr lang="en-US" sz="1800" b="0" u="none" strike="noStrike">
                        <a:solidFill>
                          <a:srgbClr val="000000"/>
                        </a:solidFill>
                        <a:effectLst/>
                        <a:uFillTx/>
                        <a:latin typeface="Noto Serif"/>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8e9"/>
                    </a:solidFill>
                  </a:tcPr>
                </a:tc>
              </a:tr>
              <a:tr h="747720">
                <a:tc>
                  <a:txBody>
                    <a:bodyPr anchor="t">
                      <a:noAutofit/>
                    </a:bodyPr>
                    <a:p>
                      <a:pPr>
                        <a:lnSpc>
                          <a:spcPct val="100000"/>
                        </a:lnSpc>
                      </a:pPr>
                      <a:r>
                        <a:rPr lang="en-IN" sz="1800" b="0" u="none" strike="noStrike">
                          <a:solidFill>
                            <a:srgbClr val="000000"/>
                          </a:solidFill>
                          <a:effectLst/>
                          <a:uFillTx/>
                          <a:latin typeface="Century Gothic"/>
                        </a:rPr>
                        <a:t>Flow of Information</a:t>
                      </a:r>
                      <a:endParaRPr lang="en-US" sz="1800" b="0" u="none" strike="noStrike">
                        <a:solidFill>
                          <a:srgbClr val="000000"/>
                        </a:solidFill>
                        <a:effectLst/>
                        <a:uFillTx/>
                        <a:latin typeface="Noto Serif"/>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9ced2"/>
                    </a:solidFill>
                  </a:tcPr>
                </a:tc>
                <a:tc>
                  <a:txBody>
                    <a:bodyPr anchor="t">
                      <a:noAutofit/>
                    </a:bodyPr>
                    <a:p>
                      <a:pPr>
                        <a:lnSpc>
                          <a:spcPct val="100000"/>
                        </a:lnSpc>
                      </a:pPr>
                      <a:r>
                        <a:rPr lang="en-IN" sz="1800" b="0" u="none" strike="noStrike">
                          <a:solidFill>
                            <a:srgbClr val="000000"/>
                          </a:solidFill>
                          <a:effectLst/>
                          <a:uFillTx/>
                          <a:latin typeface="Century Gothic"/>
                        </a:rPr>
                        <a:t>10</a:t>
                      </a:r>
                      <a:endParaRPr lang="en-US" sz="1800" b="0" u="none" strike="noStrike">
                        <a:solidFill>
                          <a:srgbClr val="000000"/>
                        </a:solidFill>
                        <a:effectLst/>
                        <a:uFillTx/>
                        <a:latin typeface="Noto Serif"/>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9ced2"/>
                    </a:solidFill>
                  </a:tcPr>
                </a:tc>
              </a:tr>
              <a:tr h="747720">
                <a:tc>
                  <a:txBody>
                    <a:bodyPr anchor="t">
                      <a:noAutofit/>
                    </a:bodyPr>
                    <a:p>
                      <a:pPr>
                        <a:lnSpc>
                          <a:spcPct val="100000"/>
                        </a:lnSpc>
                      </a:pPr>
                      <a:r>
                        <a:rPr lang="en-IN" sz="1800" b="0" u="none" strike="noStrike">
                          <a:solidFill>
                            <a:srgbClr val="000000"/>
                          </a:solidFill>
                          <a:effectLst/>
                          <a:uFillTx/>
                          <a:latin typeface="Century Gothic"/>
                        </a:rPr>
                        <a:t>Application of Project</a:t>
                      </a:r>
                      <a:endParaRPr lang="en-US" sz="1800" b="0" u="none" strike="noStrike">
                        <a:solidFill>
                          <a:srgbClr val="000000"/>
                        </a:solidFill>
                        <a:effectLst/>
                        <a:uFillTx/>
                        <a:latin typeface="Noto Serif"/>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8e9"/>
                    </a:solidFill>
                  </a:tcPr>
                </a:tc>
                <a:tc>
                  <a:txBody>
                    <a:bodyPr anchor="t">
                      <a:noAutofit/>
                    </a:bodyPr>
                    <a:p>
                      <a:pPr>
                        <a:lnSpc>
                          <a:spcPct val="100000"/>
                        </a:lnSpc>
                      </a:pPr>
                      <a:r>
                        <a:rPr lang="en-IN" sz="1800" b="0" u="none" strike="noStrike">
                          <a:solidFill>
                            <a:srgbClr val="000000"/>
                          </a:solidFill>
                          <a:effectLst/>
                          <a:uFillTx/>
                          <a:latin typeface="Century Gothic"/>
                        </a:rPr>
                        <a:t>14</a:t>
                      </a:r>
                      <a:endParaRPr lang="en-US" sz="1800" b="0" u="none" strike="noStrike">
                        <a:solidFill>
                          <a:srgbClr val="000000"/>
                        </a:solidFill>
                        <a:effectLst/>
                        <a:uFillTx/>
                        <a:latin typeface="Noto Serif"/>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8e9"/>
                    </a:solidFill>
                  </a:tcPr>
                </a:tc>
              </a:tr>
              <a:tr h="747720">
                <a:tc>
                  <a:txBody>
                    <a:bodyPr anchor="t">
                      <a:noAutofit/>
                    </a:bodyPr>
                    <a:p>
                      <a:pPr>
                        <a:lnSpc>
                          <a:spcPct val="100000"/>
                        </a:lnSpc>
                      </a:pPr>
                      <a:r>
                        <a:rPr lang="en-IN" sz="1800" b="0" u="none" strike="noStrike">
                          <a:solidFill>
                            <a:srgbClr val="000000"/>
                          </a:solidFill>
                          <a:effectLst/>
                          <a:uFillTx/>
                          <a:latin typeface="Century Gothic"/>
                        </a:rPr>
                        <a:t>Debugging</a:t>
                      </a:r>
                      <a:endParaRPr lang="en-US" sz="1800" b="0" u="none" strike="noStrike">
                        <a:solidFill>
                          <a:srgbClr val="000000"/>
                        </a:solidFill>
                        <a:effectLst/>
                        <a:uFillTx/>
                        <a:latin typeface="Noto Serif"/>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9ced2"/>
                    </a:solidFill>
                  </a:tcPr>
                </a:tc>
                <a:tc>
                  <a:txBody>
                    <a:bodyPr anchor="t">
                      <a:noAutofit/>
                    </a:bodyPr>
                    <a:p>
                      <a:pPr>
                        <a:lnSpc>
                          <a:spcPct val="100000"/>
                        </a:lnSpc>
                      </a:pPr>
                      <a:r>
                        <a:rPr lang="en-IN" sz="1800" b="0" u="none" strike="noStrike">
                          <a:solidFill>
                            <a:srgbClr val="000000"/>
                          </a:solidFill>
                          <a:effectLst/>
                          <a:uFillTx/>
                          <a:latin typeface="Century Gothic"/>
                        </a:rPr>
                        <a:t>15</a:t>
                      </a:r>
                      <a:endParaRPr lang="en-US" sz="1800" b="0" u="none" strike="noStrike">
                        <a:solidFill>
                          <a:srgbClr val="000000"/>
                        </a:solidFill>
                        <a:effectLst/>
                        <a:uFillTx/>
                        <a:latin typeface="Noto Serif"/>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9ced2"/>
                    </a:solidFill>
                  </a:tcPr>
                </a:tc>
              </a:tr>
              <a:tr h="747720">
                <a:tc>
                  <a:txBody>
                    <a:bodyPr anchor="t">
                      <a:noAutofit/>
                    </a:bodyPr>
                    <a:p>
                      <a:pPr>
                        <a:lnSpc>
                          <a:spcPct val="100000"/>
                        </a:lnSpc>
                      </a:pPr>
                      <a:r>
                        <a:rPr lang="en-IN" sz="1800" b="0" u="none" strike="noStrike">
                          <a:solidFill>
                            <a:srgbClr val="000000"/>
                          </a:solidFill>
                          <a:effectLst/>
                          <a:uFillTx/>
                          <a:latin typeface="Century Gothic"/>
                        </a:rPr>
                        <a:t>Code</a:t>
                      </a:r>
                      <a:endParaRPr lang="en-US" sz="1800" b="0" u="none" strike="noStrike">
                        <a:solidFill>
                          <a:srgbClr val="000000"/>
                        </a:solidFill>
                        <a:effectLst/>
                        <a:uFillTx/>
                        <a:latin typeface="Noto Serif"/>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8e9"/>
                    </a:solidFill>
                  </a:tcPr>
                </a:tc>
                <a:tc>
                  <a:txBody>
                    <a:bodyPr anchor="t">
                      <a:noAutofit/>
                    </a:bodyPr>
                    <a:p>
                      <a:pPr>
                        <a:lnSpc>
                          <a:spcPct val="100000"/>
                        </a:lnSpc>
                      </a:pPr>
                      <a:r>
                        <a:rPr lang="en-IN" sz="1800" b="0" u="none" strike="noStrike">
                          <a:solidFill>
                            <a:srgbClr val="000000"/>
                          </a:solidFill>
                          <a:effectLst/>
                          <a:uFillTx/>
                          <a:latin typeface="Century Gothic"/>
                        </a:rPr>
                        <a:t>17</a:t>
                      </a:r>
                      <a:endParaRPr lang="en-US" sz="1800" b="0" u="none" strike="noStrike">
                        <a:solidFill>
                          <a:srgbClr val="000000"/>
                        </a:solidFill>
                        <a:effectLst/>
                        <a:uFillTx/>
                        <a:latin typeface="Noto Serif"/>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8e9"/>
                    </a:solidFill>
                  </a:tcPr>
                </a:tc>
              </a:tr>
              <a:tr h="748800">
                <a:tc>
                  <a:txBody>
                    <a:bodyPr anchor="t">
                      <a:noAutofit/>
                    </a:bodyPr>
                    <a:p>
                      <a:pPr>
                        <a:lnSpc>
                          <a:spcPct val="100000"/>
                        </a:lnSpc>
                      </a:pPr>
                      <a:r>
                        <a:rPr lang="en-IN" sz="1800" b="0" u="none" strike="noStrike">
                          <a:solidFill>
                            <a:srgbClr val="000000"/>
                          </a:solidFill>
                          <a:effectLst/>
                          <a:uFillTx/>
                          <a:latin typeface="Century Gothic"/>
                        </a:rPr>
                        <a:t>Outputs</a:t>
                      </a:r>
                      <a:endParaRPr lang="en-US" sz="1800" b="0" u="none" strike="noStrike">
                        <a:solidFill>
                          <a:srgbClr val="000000"/>
                        </a:solidFill>
                        <a:effectLst/>
                        <a:uFillTx/>
                        <a:latin typeface="Noto Serif"/>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9ced2"/>
                    </a:solidFill>
                  </a:tcPr>
                </a:tc>
                <a:tc>
                  <a:txBody>
                    <a:bodyPr anchor="t">
                      <a:noAutofit/>
                    </a:bodyPr>
                    <a:p>
                      <a:pPr>
                        <a:lnSpc>
                          <a:spcPct val="100000"/>
                        </a:lnSpc>
                      </a:pPr>
                      <a:r>
                        <a:rPr lang="en-IN" sz="1800" b="0" u="none" strike="noStrike">
                          <a:solidFill>
                            <a:srgbClr val="000000"/>
                          </a:solidFill>
                          <a:effectLst/>
                          <a:uFillTx/>
                          <a:latin typeface="Century Gothic"/>
                        </a:rPr>
                        <a:t>23</a:t>
                      </a:r>
                      <a:endParaRPr lang="en-US" sz="1800" b="0" u="none" strike="noStrike">
                        <a:solidFill>
                          <a:srgbClr val="000000"/>
                        </a:solidFill>
                        <a:effectLst/>
                        <a:uFillTx/>
                        <a:latin typeface="Noto Serif"/>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9ced2"/>
                    </a:solidFill>
                  </a:tcPr>
                </a:tc>
              </a:tr>
            </a:tbl>
          </a:graphicData>
        </a:graphic>
      </p:graphicFrame>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CustomShape 1"/>
          <p:cNvSpPr/>
          <p:nvPr/>
        </p:nvSpPr>
        <p:spPr>
          <a:xfrm>
            <a:off x="810000" y="2951280"/>
            <a:ext cx="10560240" cy="1467720"/>
          </a:xfrm>
          <a:prstGeom prst="rect">
            <a:avLst/>
          </a:prstGeom>
          <a:noFill/>
          <a:ln w="0">
            <a:noFill/>
          </a:ln>
          <a:effectLst>
            <a:outerShdw dir="0" dist="0">
              <a:srgbClr val="000000">
                <a:alpha val="60000"/>
              </a:srgbClr>
            </a:outerShdw>
          </a:effectLst>
        </p:spPr>
        <p:style>
          <a:lnRef idx="0"/>
          <a:fillRef idx="0"/>
          <a:effectRef idx="0"/>
          <a:fontRef idx="minor"/>
        </p:style>
        <p:txBody>
          <a:bodyPr lIns="90000" rIns="90000" tIns="45000" bIns="45000" anchor="b">
            <a:noAutofit/>
          </a:bodyPr>
          <a:p>
            <a:pPr algn="r">
              <a:lnSpc>
                <a:spcPct val="100000"/>
              </a:lnSpc>
            </a:pPr>
            <a:r>
              <a:rPr lang="en-IN" sz="4800" b="1" u="none" strike="noStrike">
                <a:solidFill>
                  <a:srgbClr val="fefefe"/>
                </a:solidFill>
                <a:effectLst/>
                <a:uFillTx/>
                <a:latin typeface="Century Gothic"/>
                <a:ea typeface="DejaVu Sans"/>
              </a:rPr>
              <a:t>PROJECT INTRODUCTION</a:t>
            </a:r>
            <a:endParaRPr lang="en-US" sz="4800" b="0" u="none" strike="noStrike">
              <a:solidFill>
                <a:srgbClr val="ffffff"/>
              </a:solidFill>
              <a:effectLst/>
              <a:uFillTx/>
              <a:latin typeface="Noto Serif"/>
            </a:endParaRPr>
          </a:p>
        </p:txBody>
      </p:sp>
      <p:sp>
        <p:nvSpPr>
          <p:cNvPr id="329" name="CustomShape 2"/>
          <p:cNvSpPr/>
          <p:nvPr/>
        </p:nvSpPr>
        <p:spPr>
          <a:xfrm>
            <a:off x="810000" y="5281200"/>
            <a:ext cx="10560240" cy="432720"/>
          </a:xfrm>
          <a:prstGeom prst="rect">
            <a:avLst/>
          </a:prstGeom>
          <a:noFill/>
          <a:ln w="0">
            <a:noFill/>
          </a:ln>
          <a:effectLst>
            <a:outerShdw dir="0" dist="0">
              <a:srgbClr val="000000">
                <a:alpha val="40000"/>
              </a:srgbClr>
            </a:outerShdw>
          </a:effectLst>
        </p:spPr>
        <p:style>
          <a:lnRef idx="0"/>
          <a:fillRef idx="0"/>
          <a:effectRef idx="0"/>
          <a:fontRef idx="minor"/>
        </p:style>
        <p:txBody>
          <a:bodyPr lIns="90000" rIns="90000" tIns="45000" bIns="45000" anchor="t">
            <a:noAutofit/>
          </a:bodyPr>
          <a:p>
            <a:pPr algn="r">
              <a:lnSpc>
                <a:spcPct val="100000"/>
              </a:lnSpc>
              <a:spcBef>
                <a:spcPts val="360"/>
              </a:spcBef>
              <a:spcAft>
                <a:spcPts val="601"/>
              </a:spcAft>
            </a:pPr>
            <a:r>
              <a:rPr lang="en-IN" sz="1800" b="0" u="none" strike="noStrike">
                <a:solidFill>
                  <a:srgbClr val="ffffff"/>
                </a:solidFill>
                <a:effectLst/>
                <a:uFillTx/>
                <a:latin typeface="Century Gothic"/>
                <a:ea typeface="DejaVu Sans"/>
              </a:rPr>
              <a:t>Here we lay out the basic of our project</a:t>
            </a:r>
            <a:endParaRPr lang="en-US" sz="1800" b="0" u="none" strike="noStrik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0" name="CustomShape 1"/>
          <p:cNvSpPr/>
          <p:nvPr/>
        </p:nvSpPr>
        <p:spPr>
          <a:xfrm>
            <a:off x="810000" y="447120"/>
            <a:ext cx="10571040" cy="969480"/>
          </a:xfrm>
          <a:prstGeom prst="rect">
            <a:avLst/>
          </a:prstGeom>
          <a:noFill/>
          <a:ln w="0">
            <a:noFill/>
          </a:ln>
          <a:effectLst>
            <a:outerShdw dir="0" dist="0">
              <a:srgbClr val="000000">
                <a:alpha val="60000"/>
              </a:srgbClr>
            </a:outerShdw>
          </a:effectLst>
        </p:spPr>
        <p:style>
          <a:lnRef idx="0"/>
          <a:fillRef idx="0"/>
          <a:effectRef idx="0"/>
          <a:fontRef idx="minor"/>
        </p:style>
        <p:txBody>
          <a:bodyPr lIns="90000" rIns="90000" tIns="45000" bIns="45000" anchor="b">
            <a:noAutofit/>
          </a:bodyPr>
          <a:p>
            <a:pPr>
              <a:lnSpc>
                <a:spcPct val="100000"/>
              </a:lnSpc>
            </a:pPr>
            <a:r>
              <a:rPr lang="en-IN" sz="4000" b="1" u="none" strike="noStrike">
                <a:solidFill>
                  <a:srgbClr val="fefefe"/>
                </a:solidFill>
                <a:effectLst/>
                <a:uFillTx/>
                <a:latin typeface="Century Gothic"/>
                <a:ea typeface="DejaVu Sans"/>
              </a:rPr>
              <a:t>Introduction to the Project</a:t>
            </a:r>
            <a:endParaRPr lang="en-US" sz="4000" b="0" u="none" strike="noStrike">
              <a:solidFill>
                <a:srgbClr val="ffffff"/>
              </a:solidFill>
              <a:effectLst/>
              <a:uFillTx/>
              <a:latin typeface="Noto Serif"/>
            </a:endParaRPr>
          </a:p>
        </p:txBody>
      </p:sp>
      <p:sp>
        <p:nvSpPr>
          <p:cNvPr id="331" name="CustomShape 2"/>
          <p:cNvSpPr/>
          <p:nvPr/>
        </p:nvSpPr>
        <p:spPr>
          <a:xfrm>
            <a:off x="818640" y="2222280"/>
            <a:ext cx="10553400" cy="4220640"/>
          </a:xfrm>
          <a:prstGeom prst="rect">
            <a:avLst/>
          </a:prstGeom>
          <a:noFill/>
          <a:ln w="0">
            <a:noFill/>
          </a:ln>
          <a:effectLst>
            <a:outerShdw dir="0" dist="0">
              <a:srgbClr val="000000">
                <a:alpha val="40000"/>
              </a:srgbClr>
            </a:outerShdw>
          </a:effectLst>
        </p:spPr>
        <p:style>
          <a:lnRef idx="0"/>
          <a:fillRef idx="0"/>
          <a:effectRef idx="0"/>
          <a:fontRef idx="minor"/>
        </p:style>
        <p:txBody>
          <a:bodyPr lIns="90000" rIns="90000" tIns="45000" bIns="45000" anchor="ctr">
            <a:noAutofit/>
          </a:bodyPr>
          <a:p>
            <a:pPr marL="343080" indent="-342360">
              <a:lnSpc>
                <a:spcPct val="100000"/>
              </a:lnSpc>
              <a:spcBef>
                <a:spcPts val="360"/>
              </a:spcBef>
              <a:spcAft>
                <a:spcPts val="601"/>
              </a:spcAft>
              <a:buClr>
                <a:srgbClr val="f03b5e"/>
              </a:buClr>
              <a:buFont typeface="Wingdings 2" charset="2"/>
              <a:buChar char=""/>
            </a:pPr>
            <a:r>
              <a:rPr lang="en-IN" sz="1800" b="0" u="none" strike="noStrike">
                <a:solidFill>
                  <a:srgbClr val="ffffff"/>
                </a:solidFill>
                <a:effectLst/>
                <a:uFillTx/>
                <a:latin typeface="Century Gothic"/>
                <a:ea typeface="DejaVu Sans"/>
              </a:rPr>
              <a:t>Standard Cell Libraries Information are required by almost all the Designers for Chip Design. Standard cell libraries contain primitive cells required for digital design, those particular cell contain the information of capacitance, rise time, fall time, delay table etc.</a:t>
            </a:r>
            <a:endParaRPr lang="en-US" sz="1800" b="0" u="none" strike="noStrike">
              <a:solidFill>
                <a:srgbClr val="ffffff"/>
              </a:solidFill>
              <a:effectLst/>
              <a:uFillTx/>
              <a:latin typeface="Noto Serif"/>
            </a:endParaRPr>
          </a:p>
          <a:p>
            <a:pPr marL="343080" indent="-342360">
              <a:lnSpc>
                <a:spcPct val="100000"/>
              </a:lnSpc>
              <a:spcBef>
                <a:spcPts val="360"/>
              </a:spcBef>
              <a:spcAft>
                <a:spcPts val="601"/>
              </a:spcAft>
              <a:buClr>
                <a:srgbClr val="f03b5e"/>
              </a:buClr>
              <a:buFont typeface="Wingdings 2" charset="2"/>
              <a:buChar char=""/>
            </a:pPr>
            <a:r>
              <a:rPr lang="en-IN" sz="1800" b="0" u="none" strike="noStrike">
                <a:solidFill>
                  <a:srgbClr val="ffffff"/>
                </a:solidFill>
                <a:effectLst/>
                <a:uFillTx/>
                <a:latin typeface="Century Gothic"/>
                <a:ea typeface="DejaVu Sans"/>
              </a:rPr>
              <a:t>In standard cell library file there are many type of cells are present having different drive strength, which contain timing and power information which is necessary for the designer to fix the timing checks. Reading the particular information of cell which is important for designer is complex or time consuming as this file contain lots of information, so our Aim to make this project is reduce the complexity in reading the file, reduced time in searching the cell, in searching the particular information of cell etc.</a:t>
            </a:r>
            <a:endParaRPr lang="en-US" sz="1800" b="0" u="none" strike="noStrike">
              <a:solidFill>
                <a:srgbClr val="ffffff"/>
              </a:solidFill>
              <a:effectLst/>
              <a:uFillTx/>
              <a:latin typeface="Noto Serif"/>
            </a:endParaRPr>
          </a:p>
          <a:p>
            <a:pPr marL="343080" indent="-342360">
              <a:lnSpc>
                <a:spcPct val="100000"/>
              </a:lnSpc>
              <a:spcBef>
                <a:spcPts val="360"/>
              </a:spcBef>
              <a:spcAft>
                <a:spcPts val="601"/>
              </a:spcAft>
              <a:buClr>
                <a:srgbClr val="f03b5e"/>
              </a:buClr>
              <a:buFont typeface="Wingdings 2" charset="2"/>
              <a:buChar char=""/>
            </a:pPr>
            <a:r>
              <a:rPr lang="en-IN" sz="1800" b="0" u="none" strike="noStrike">
                <a:solidFill>
                  <a:srgbClr val="ffffff"/>
                </a:solidFill>
                <a:effectLst/>
                <a:uFillTx/>
                <a:latin typeface="Century Gothic"/>
                <a:ea typeface="DejaVu Sans"/>
              </a:rPr>
              <a:t>And we are putting these information in HTML table to read easily and then this file will be sent through the email.</a:t>
            </a:r>
            <a:endParaRPr lang="en-US" sz="1800" b="0" u="none" strike="noStrik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CustomShape 1"/>
          <p:cNvSpPr/>
          <p:nvPr/>
        </p:nvSpPr>
        <p:spPr>
          <a:xfrm>
            <a:off x="810000" y="2951280"/>
            <a:ext cx="10560240" cy="1467720"/>
          </a:xfrm>
          <a:prstGeom prst="rect">
            <a:avLst/>
          </a:prstGeom>
          <a:noFill/>
          <a:ln w="0">
            <a:noFill/>
          </a:ln>
          <a:effectLst>
            <a:outerShdw dir="0" dist="0">
              <a:srgbClr val="000000">
                <a:alpha val="60000"/>
              </a:srgbClr>
            </a:outerShdw>
          </a:effectLst>
        </p:spPr>
        <p:style>
          <a:lnRef idx="0"/>
          <a:fillRef idx="0"/>
          <a:effectRef idx="0"/>
          <a:fontRef idx="minor"/>
        </p:style>
        <p:txBody>
          <a:bodyPr lIns="90000" rIns="90000" tIns="45000" bIns="45000" anchor="b">
            <a:noAutofit/>
          </a:bodyPr>
          <a:p>
            <a:pPr algn="r">
              <a:lnSpc>
                <a:spcPct val="100000"/>
              </a:lnSpc>
            </a:pPr>
            <a:r>
              <a:rPr lang="en-IN" sz="4800" b="1" u="none" strike="noStrike">
                <a:solidFill>
                  <a:srgbClr val="fefefe"/>
                </a:solidFill>
                <a:effectLst/>
                <a:uFillTx/>
                <a:latin typeface="Century Gothic"/>
                <a:ea typeface="DejaVu Sans"/>
              </a:rPr>
              <a:t>ELEMENTS OF THE PROJECT</a:t>
            </a:r>
            <a:endParaRPr lang="en-US" sz="4800" b="0" u="none" strike="noStrike">
              <a:solidFill>
                <a:srgbClr val="ffffff"/>
              </a:solidFill>
              <a:effectLst/>
              <a:uFillTx/>
              <a:latin typeface="Noto Serif"/>
            </a:endParaRPr>
          </a:p>
        </p:txBody>
      </p:sp>
      <p:sp>
        <p:nvSpPr>
          <p:cNvPr id="333" name="CustomShape 2"/>
          <p:cNvSpPr/>
          <p:nvPr/>
        </p:nvSpPr>
        <p:spPr>
          <a:xfrm>
            <a:off x="810000" y="5281200"/>
            <a:ext cx="10560240" cy="432720"/>
          </a:xfrm>
          <a:prstGeom prst="rect">
            <a:avLst/>
          </a:prstGeom>
          <a:noFill/>
          <a:ln w="0">
            <a:noFill/>
          </a:ln>
          <a:effectLst>
            <a:outerShdw dir="0" dist="0">
              <a:srgbClr val="000000">
                <a:alpha val="40000"/>
              </a:srgbClr>
            </a:outerShdw>
          </a:effectLst>
        </p:spPr>
        <p:style>
          <a:lnRef idx="0"/>
          <a:fillRef idx="0"/>
          <a:effectRef idx="0"/>
          <a:fontRef idx="minor"/>
        </p:style>
        <p:txBody>
          <a:bodyPr lIns="90000" rIns="90000" tIns="45000" bIns="45000" anchor="t">
            <a:noAutofit/>
          </a:bodyPr>
          <a:p>
            <a:pPr algn="r">
              <a:lnSpc>
                <a:spcPct val="100000"/>
              </a:lnSpc>
              <a:spcBef>
                <a:spcPts val="360"/>
              </a:spcBef>
              <a:spcAft>
                <a:spcPts val="601"/>
              </a:spcAft>
            </a:pPr>
            <a:r>
              <a:rPr lang="en-IN" sz="1800" b="0" u="none" strike="noStrike">
                <a:solidFill>
                  <a:srgbClr val="ffffff"/>
                </a:solidFill>
                <a:effectLst/>
                <a:uFillTx/>
                <a:latin typeface="Century Gothic"/>
                <a:ea typeface="DejaVu Sans"/>
              </a:rPr>
              <a:t>Here we describe the important elements of out project</a:t>
            </a:r>
            <a:endParaRPr lang="en-US" sz="1800" b="0" u="none" strike="noStrik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4" name="CustomShape 1"/>
          <p:cNvSpPr/>
          <p:nvPr/>
        </p:nvSpPr>
        <p:spPr>
          <a:xfrm>
            <a:off x="810000" y="284760"/>
            <a:ext cx="10571040" cy="1252800"/>
          </a:xfrm>
          <a:prstGeom prst="rect">
            <a:avLst/>
          </a:prstGeom>
          <a:noFill/>
          <a:ln w="0">
            <a:noFill/>
          </a:ln>
          <a:effectLst>
            <a:outerShdw dir="0" dist="0">
              <a:srgbClr val="000000">
                <a:alpha val="60000"/>
              </a:srgbClr>
            </a:outerShdw>
          </a:effectLst>
        </p:spPr>
        <p:style>
          <a:lnRef idx="0"/>
          <a:fillRef idx="0"/>
          <a:effectRef idx="0"/>
          <a:fontRef idx="minor"/>
        </p:style>
        <p:txBody>
          <a:bodyPr lIns="90000" rIns="90000" tIns="45000" bIns="45000" anchor="b">
            <a:noAutofit/>
          </a:bodyPr>
          <a:p>
            <a:pPr>
              <a:lnSpc>
                <a:spcPct val="100000"/>
              </a:lnSpc>
            </a:pPr>
            <a:r>
              <a:rPr lang="en-IN" sz="4000" b="1" u="none" strike="noStrike">
                <a:solidFill>
                  <a:srgbClr val="fefefe"/>
                </a:solidFill>
                <a:effectLst/>
                <a:uFillTx/>
                <a:latin typeface="Century Gothic"/>
                <a:ea typeface="DejaVu Sans"/>
              </a:rPr>
              <a:t>Main elements that have been used in this project are:</a:t>
            </a:r>
            <a:endParaRPr lang="en-US" sz="4000" b="0" u="none" strike="noStrike">
              <a:solidFill>
                <a:srgbClr val="ffffff"/>
              </a:solidFill>
              <a:effectLst/>
              <a:uFillTx/>
              <a:latin typeface="Noto Serif"/>
            </a:endParaRPr>
          </a:p>
        </p:txBody>
      </p:sp>
      <p:sp>
        <p:nvSpPr>
          <p:cNvPr id="335" name="CustomShape 2"/>
          <p:cNvSpPr/>
          <p:nvPr/>
        </p:nvSpPr>
        <p:spPr>
          <a:xfrm>
            <a:off x="818640" y="2222280"/>
            <a:ext cx="10553400" cy="3635280"/>
          </a:xfrm>
          <a:prstGeom prst="rect">
            <a:avLst/>
          </a:prstGeom>
          <a:noFill/>
          <a:ln w="0">
            <a:noFill/>
          </a:ln>
          <a:effectLst>
            <a:outerShdw dir="0" dist="0">
              <a:srgbClr val="000000">
                <a:alpha val="40000"/>
              </a:srgbClr>
            </a:outerShdw>
          </a:effectLst>
        </p:spPr>
        <p:style>
          <a:lnRef idx="0"/>
          <a:fillRef idx="0"/>
          <a:effectRef idx="0"/>
          <a:fontRef idx="minor"/>
        </p:style>
        <p:txBody>
          <a:bodyPr lIns="90000" rIns="90000" tIns="45000" bIns="45000" anchor="ctr">
            <a:noAutofit/>
          </a:bodyPr>
          <a:p>
            <a:pPr marL="343080" indent="-342360">
              <a:lnSpc>
                <a:spcPct val="100000"/>
              </a:lnSpc>
              <a:spcBef>
                <a:spcPts val="360"/>
              </a:spcBef>
              <a:spcAft>
                <a:spcPts val="601"/>
              </a:spcAft>
              <a:buClr>
                <a:srgbClr val="f03b5e"/>
              </a:buClr>
              <a:buFont typeface="Wingdings 2" charset="2"/>
              <a:buChar char=""/>
            </a:pPr>
            <a:r>
              <a:rPr lang="en-IN" sz="1800" b="0" u="none" strike="noStrike">
                <a:solidFill>
                  <a:srgbClr val="ffffff"/>
                </a:solidFill>
                <a:effectLst/>
                <a:uFillTx/>
                <a:latin typeface="Century Gothic"/>
                <a:ea typeface="DejaVu Sans"/>
              </a:rPr>
              <a:t>.lib files</a:t>
            </a:r>
            <a:endParaRPr lang="en-US" sz="1800" b="0" u="none" strike="noStrike">
              <a:solidFill>
                <a:srgbClr val="ffffff"/>
              </a:solidFill>
              <a:effectLst/>
              <a:uFillTx/>
              <a:latin typeface="Noto Serif"/>
            </a:endParaRPr>
          </a:p>
          <a:p>
            <a:pPr marL="343080" indent="-342360">
              <a:lnSpc>
                <a:spcPct val="100000"/>
              </a:lnSpc>
              <a:spcBef>
                <a:spcPts val="360"/>
              </a:spcBef>
              <a:spcAft>
                <a:spcPts val="601"/>
              </a:spcAft>
              <a:buClr>
                <a:srgbClr val="f03b5e"/>
              </a:buClr>
              <a:buFont typeface="Wingdings 2" charset="2"/>
              <a:buChar char=""/>
            </a:pPr>
            <a:r>
              <a:rPr lang="en-IN" sz="1800" b="0" u="none" strike="noStrike">
                <a:solidFill>
                  <a:srgbClr val="ffffff"/>
                </a:solidFill>
                <a:effectLst/>
                <a:uFillTx/>
                <a:latin typeface="Century Gothic"/>
                <a:ea typeface="DejaVu Sans"/>
              </a:rPr>
              <a:t>BASH</a:t>
            </a:r>
            <a:endParaRPr lang="en-US" sz="1800" b="0" u="none" strike="noStrike">
              <a:solidFill>
                <a:srgbClr val="ffffff"/>
              </a:solidFill>
              <a:effectLst/>
              <a:uFillTx/>
              <a:latin typeface="Noto Serif"/>
            </a:endParaRPr>
          </a:p>
          <a:p>
            <a:pPr marL="343080" indent="-342360">
              <a:lnSpc>
                <a:spcPct val="100000"/>
              </a:lnSpc>
              <a:spcBef>
                <a:spcPts val="360"/>
              </a:spcBef>
              <a:spcAft>
                <a:spcPts val="601"/>
              </a:spcAft>
              <a:buClr>
                <a:srgbClr val="f03b5e"/>
              </a:buClr>
              <a:buFont typeface="Wingdings 2" charset="2"/>
              <a:buChar char=""/>
            </a:pPr>
            <a:r>
              <a:rPr lang="en-IN" sz="1800" b="0" u="none" strike="noStrike">
                <a:solidFill>
                  <a:srgbClr val="ffffff"/>
                </a:solidFill>
                <a:effectLst/>
                <a:uFillTx/>
                <a:latin typeface="Century Gothic"/>
                <a:ea typeface="DejaVu Sans"/>
              </a:rPr>
              <a:t>Major Commands Used like AWK, EGREP</a:t>
            </a:r>
            <a:endParaRPr lang="en-US" sz="1800" b="0" u="none" strike="noStrike">
              <a:solidFill>
                <a:srgbClr val="ffffff"/>
              </a:solidFill>
              <a:effectLst/>
              <a:uFillTx/>
              <a:latin typeface="Noto Serif"/>
            </a:endParaRPr>
          </a:p>
          <a:p>
            <a:pPr marL="343080" indent="-342360">
              <a:lnSpc>
                <a:spcPct val="100000"/>
              </a:lnSpc>
              <a:spcBef>
                <a:spcPts val="360"/>
              </a:spcBef>
              <a:spcAft>
                <a:spcPts val="601"/>
              </a:spcAft>
              <a:buClr>
                <a:srgbClr val="f03b5e"/>
              </a:buClr>
              <a:buFont typeface="Wingdings 2" charset="2"/>
              <a:buChar char=""/>
            </a:pPr>
            <a:r>
              <a:rPr lang="en-IN" sz="1800" b="0" u="none" strike="noStrike">
                <a:solidFill>
                  <a:srgbClr val="ffffff"/>
                </a:solidFill>
                <a:effectLst/>
                <a:uFillTx/>
                <a:latin typeface="Century Gothic"/>
                <a:ea typeface="DejaVu Sans"/>
              </a:rPr>
              <a:t>MSMTP Protocol</a:t>
            </a:r>
            <a:endParaRPr lang="en-US" sz="1800" b="0" u="none" strike="noStrike">
              <a:solidFill>
                <a:srgbClr val="ffffff"/>
              </a:solidFill>
              <a:effectLst/>
              <a:uFillTx/>
              <a:latin typeface="Noto Serif"/>
            </a:endParaRPr>
          </a:p>
          <a:p>
            <a:pPr marL="343080" indent="-342360">
              <a:lnSpc>
                <a:spcPct val="100000"/>
              </a:lnSpc>
              <a:spcBef>
                <a:spcPts val="360"/>
              </a:spcBef>
              <a:spcAft>
                <a:spcPts val="601"/>
              </a:spcAft>
              <a:buClr>
                <a:srgbClr val="f03b5e"/>
              </a:buClr>
              <a:buFont typeface="Wingdings 2" charset="2"/>
              <a:buChar char=""/>
            </a:pPr>
            <a:r>
              <a:rPr lang="en-IN" sz="1800" b="0" u="none" strike="noStrike">
                <a:solidFill>
                  <a:srgbClr val="ffffff"/>
                </a:solidFill>
                <a:effectLst/>
                <a:uFillTx/>
                <a:latin typeface="Century Gothic"/>
                <a:ea typeface="DejaVu Sans"/>
              </a:rPr>
              <a:t>HTML</a:t>
            </a:r>
            <a:endParaRPr lang="en-US" sz="1800" b="0" u="none" strike="noStrik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CustomShape 1"/>
          <p:cNvSpPr/>
          <p:nvPr/>
        </p:nvSpPr>
        <p:spPr>
          <a:xfrm>
            <a:off x="810000" y="447120"/>
            <a:ext cx="10571040" cy="969480"/>
          </a:xfrm>
          <a:prstGeom prst="rect">
            <a:avLst/>
          </a:prstGeom>
          <a:noFill/>
          <a:ln w="0">
            <a:noFill/>
          </a:ln>
          <a:effectLst>
            <a:outerShdw dir="0" dist="0">
              <a:srgbClr val="000000">
                <a:alpha val="60000"/>
              </a:srgbClr>
            </a:outerShdw>
          </a:effectLst>
        </p:spPr>
        <p:style>
          <a:lnRef idx="0"/>
          <a:fillRef idx="0"/>
          <a:effectRef idx="0"/>
          <a:fontRef idx="minor"/>
        </p:style>
        <p:txBody>
          <a:bodyPr lIns="90000" rIns="90000" tIns="45000" bIns="45000" anchor="b">
            <a:noAutofit/>
          </a:bodyPr>
          <a:p>
            <a:pPr>
              <a:lnSpc>
                <a:spcPct val="100000"/>
              </a:lnSpc>
            </a:pPr>
            <a:r>
              <a:rPr lang="en-IN" sz="4000" b="1" u="none" strike="noStrike">
                <a:solidFill>
                  <a:srgbClr val="fefefe"/>
                </a:solidFill>
                <a:effectLst/>
                <a:uFillTx/>
                <a:latin typeface="Century Gothic"/>
                <a:ea typeface="DejaVu Sans"/>
              </a:rPr>
              <a:t>.lib Files</a:t>
            </a:r>
            <a:endParaRPr lang="en-US" sz="4000" b="0" u="none" strike="noStrike">
              <a:solidFill>
                <a:srgbClr val="ffffff"/>
              </a:solidFill>
              <a:effectLst/>
              <a:uFillTx/>
              <a:latin typeface="Noto Serif"/>
            </a:endParaRPr>
          </a:p>
        </p:txBody>
      </p:sp>
      <p:sp>
        <p:nvSpPr>
          <p:cNvPr id="337" name="CustomShape 2"/>
          <p:cNvSpPr/>
          <p:nvPr/>
        </p:nvSpPr>
        <p:spPr>
          <a:xfrm>
            <a:off x="810000" y="2484360"/>
            <a:ext cx="7065000" cy="3941280"/>
          </a:xfrm>
          <a:prstGeom prst="rect">
            <a:avLst/>
          </a:prstGeom>
          <a:noFill/>
          <a:ln w="0">
            <a:noFill/>
          </a:ln>
        </p:spPr>
        <p:style>
          <a:lnRef idx="0"/>
          <a:fillRef idx="0"/>
          <a:effectRef idx="0"/>
          <a:fontRef idx="minor"/>
        </p:style>
        <p:txBody>
          <a:bodyPr lIns="90000" rIns="90000" tIns="45000" bIns="45000" anchor="t">
            <a:noAutofit/>
          </a:bodyPr>
          <a:p>
            <a:pPr marL="343080" indent="-342360">
              <a:lnSpc>
                <a:spcPct val="100000"/>
              </a:lnSpc>
              <a:spcBef>
                <a:spcPts val="360"/>
              </a:spcBef>
              <a:spcAft>
                <a:spcPts val="601"/>
              </a:spcAft>
              <a:buClr>
                <a:srgbClr val="f03b5e"/>
              </a:buClr>
              <a:buFont typeface="Wingdings 2" charset="2"/>
              <a:buChar char=""/>
            </a:pPr>
            <a:r>
              <a:rPr lang="en-IN" sz="1800" b="0" u="none" strike="noStrike">
                <a:solidFill>
                  <a:srgbClr val="ffffff"/>
                </a:solidFill>
                <a:effectLst/>
                <a:uFillTx/>
                <a:latin typeface="Century Gothic"/>
                <a:ea typeface="DejaVu Sans"/>
              </a:rPr>
              <a:t>.lib stands for Liberty Timing Files</a:t>
            </a:r>
            <a:endParaRPr lang="en-US" sz="1800" b="0" u="none" strike="noStrike">
              <a:solidFill>
                <a:srgbClr val="ffffff"/>
              </a:solidFill>
              <a:effectLst/>
              <a:uFillTx/>
              <a:latin typeface="Noto Serif"/>
            </a:endParaRPr>
          </a:p>
          <a:p>
            <a:pPr marL="343080" indent="-342360">
              <a:lnSpc>
                <a:spcPct val="100000"/>
              </a:lnSpc>
              <a:spcBef>
                <a:spcPts val="360"/>
              </a:spcBef>
              <a:spcAft>
                <a:spcPts val="601"/>
              </a:spcAft>
              <a:buClr>
                <a:srgbClr val="f03b5e"/>
              </a:buClr>
              <a:buFont typeface="Wingdings 2" charset="2"/>
              <a:buChar char=""/>
            </a:pPr>
            <a:r>
              <a:rPr lang="en-IN" sz="1800" b="0" u="none" strike="noStrike">
                <a:solidFill>
                  <a:srgbClr val="ffffff"/>
                </a:solidFill>
                <a:effectLst/>
                <a:uFillTx/>
                <a:latin typeface="Century Gothic"/>
                <a:ea typeface="DejaVu Sans"/>
              </a:rPr>
              <a:t>It is a timing model that contains cell delays, transition, setup and hold time requirements.</a:t>
            </a:r>
            <a:endParaRPr lang="en-US" sz="1800" b="0" u="none" strike="noStrike">
              <a:solidFill>
                <a:srgbClr val="ffffff"/>
              </a:solidFill>
              <a:effectLst/>
              <a:uFillTx/>
              <a:latin typeface="Noto Serif"/>
            </a:endParaRPr>
          </a:p>
          <a:p>
            <a:pPr marL="343080" indent="-342360">
              <a:lnSpc>
                <a:spcPct val="100000"/>
              </a:lnSpc>
              <a:spcBef>
                <a:spcPts val="360"/>
              </a:spcBef>
              <a:spcAft>
                <a:spcPts val="601"/>
              </a:spcAft>
              <a:buClr>
                <a:srgbClr val="f03b5e"/>
              </a:buClr>
              <a:buFont typeface="Wingdings 2" charset="2"/>
              <a:buChar char=""/>
            </a:pPr>
            <a:r>
              <a:rPr lang="en-IN" sz="1800" b="0" u="none" strike="noStrike">
                <a:solidFill>
                  <a:srgbClr val="ffffff"/>
                </a:solidFill>
                <a:effectLst/>
                <a:uFillTx/>
                <a:latin typeface="Century Gothic"/>
                <a:ea typeface="DejaVu Sans"/>
              </a:rPr>
              <a:t>It is is an ASCII representation of timing and power parameters associated with any cells in a particular technology node.</a:t>
            </a:r>
            <a:endParaRPr lang="en-US" sz="1800" b="0" u="none" strike="noStrike">
              <a:solidFill>
                <a:srgbClr val="ffffff"/>
              </a:solidFill>
              <a:effectLst/>
              <a:uFillTx/>
              <a:latin typeface="Noto Serif"/>
            </a:endParaRPr>
          </a:p>
          <a:p>
            <a:pPr marL="343080" indent="-342360">
              <a:lnSpc>
                <a:spcPct val="100000"/>
              </a:lnSpc>
              <a:spcBef>
                <a:spcPts val="360"/>
              </a:spcBef>
              <a:spcAft>
                <a:spcPts val="601"/>
              </a:spcAft>
              <a:buClr>
                <a:srgbClr val="f03b5e"/>
              </a:buClr>
              <a:buFont typeface="Wingdings 2" charset="2"/>
              <a:buChar char=""/>
            </a:pPr>
            <a:r>
              <a:rPr lang="en-IN" sz="1800" b="0" u="none" strike="noStrike">
                <a:solidFill>
                  <a:srgbClr val="ffffff"/>
                </a:solidFill>
                <a:effectLst/>
                <a:uFillTx/>
                <a:latin typeface="Century Gothic"/>
                <a:ea typeface="DejaVu Sans"/>
              </a:rPr>
              <a:t>These files are provided by gate library vendor or the foundry if they support gate library.</a:t>
            </a:r>
            <a:endParaRPr lang="en-US" sz="1800" b="0" u="none" strike="noStrike">
              <a:solidFill>
                <a:srgbClr val="ffffff"/>
              </a:solidFill>
              <a:effectLst/>
              <a:uFillTx/>
              <a:latin typeface="Noto Serif"/>
            </a:endParaRPr>
          </a:p>
          <a:p>
            <a:pPr marL="343080" indent="-342360">
              <a:lnSpc>
                <a:spcPct val="100000"/>
              </a:lnSpc>
              <a:spcBef>
                <a:spcPts val="360"/>
              </a:spcBef>
              <a:spcAft>
                <a:spcPts val="601"/>
              </a:spcAft>
              <a:buClr>
                <a:srgbClr val="f03b5e"/>
              </a:buClr>
              <a:buFont typeface="Wingdings 2" charset="2"/>
              <a:buChar char=""/>
            </a:pPr>
            <a:r>
              <a:rPr lang="en-IN" sz="1800" b="0" u="none" strike="noStrike">
                <a:solidFill>
                  <a:srgbClr val="ffffff"/>
                </a:solidFill>
                <a:effectLst/>
                <a:uFillTx/>
                <a:latin typeface="Century Gothic"/>
                <a:ea typeface="DejaVu Sans"/>
              </a:rPr>
              <a:t>These files are generated by software like Virtuoso and can be accessed by the user in any text editor. </a:t>
            </a:r>
            <a:endParaRPr lang="en-US" sz="1800" b="0" u="none" strike="noStrik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CustomShape 1"/>
          <p:cNvSpPr/>
          <p:nvPr/>
        </p:nvSpPr>
        <p:spPr>
          <a:xfrm>
            <a:off x="810000" y="447120"/>
            <a:ext cx="10571040" cy="969480"/>
          </a:xfrm>
          <a:prstGeom prst="rect">
            <a:avLst/>
          </a:prstGeom>
          <a:noFill/>
          <a:ln w="0">
            <a:noFill/>
          </a:ln>
          <a:effectLst>
            <a:outerShdw dir="0" dist="0">
              <a:srgbClr val="000000">
                <a:alpha val="60000"/>
              </a:srgbClr>
            </a:outerShdw>
          </a:effectLst>
        </p:spPr>
        <p:style>
          <a:lnRef idx="0"/>
          <a:fillRef idx="0"/>
          <a:effectRef idx="0"/>
          <a:fontRef idx="minor"/>
        </p:style>
        <p:txBody>
          <a:bodyPr lIns="90000" rIns="90000" tIns="45000" bIns="45000" anchor="b">
            <a:noAutofit/>
          </a:bodyPr>
          <a:p>
            <a:pPr>
              <a:lnSpc>
                <a:spcPct val="100000"/>
              </a:lnSpc>
            </a:pPr>
            <a:r>
              <a:rPr lang="en-IN" sz="4000" b="1" u="none" strike="noStrike">
                <a:solidFill>
                  <a:srgbClr val="fefefe"/>
                </a:solidFill>
                <a:effectLst/>
                <a:uFillTx/>
                <a:latin typeface="Century Gothic"/>
                <a:ea typeface="DejaVu Sans"/>
              </a:rPr>
              <a:t>Bash / GNU Bash</a:t>
            </a:r>
            <a:endParaRPr lang="en-US" sz="4000" b="0" u="none" strike="noStrike">
              <a:solidFill>
                <a:srgbClr val="ffffff"/>
              </a:solidFill>
              <a:effectLst/>
              <a:uFillTx/>
              <a:latin typeface="Noto Serif"/>
            </a:endParaRPr>
          </a:p>
        </p:txBody>
      </p:sp>
      <p:sp>
        <p:nvSpPr>
          <p:cNvPr id="339" name="CustomShape 2"/>
          <p:cNvSpPr/>
          <p:nvPr/>
        </p:nvSpPr>
        <p:spPr>
          <a:xfrm>
            <a:off x="818640" y="2222280"/>
            <a:ext cx="10553400" cy="4530960"/>
          </a:xfrm>
          <a:prstGeom prst="rect">
            <a:avLst/>
          </a:prstGeom>
          <a:noFill/>
          <a:ln w="0">
            <a:noFill/>
          </a:ln>
          <a:effectLst>
            <a:outerShdw dir="0" dist="0">
              <a:srgbClr val="000000">
                <a:alpha val="40000"/>
              </a:srgbClr>
            </a:outerShdw>
          </a:effectLst>
        </p:spPr>
        <p:style>
          <a:lnRef idx="0"/>
          <a:fillRef idx="0"/>
          <a:effectRef idx="0"/>
          <a:fontRef idx="minor"/>
        </p:style>
        <p:txBody>
          <a:bodyPr lIns="90000" rIns="90000" tIns="45000" bIns="45000" anchor="ctr">
            <a:noAutofit/>
          </a:bodyPr>
          <a:p>
            <a:pPr marL="343080" indent="-342360">
              <a:lnSpc>
                <a:spcPct val="100000"/>
              </a:lnSpc>
              <a:spcBef>
                <a:spcPts val="360"/>
              </a:spcBef>
              <a:spcAft>
                <a:spcPts val="601"/>
              </a:spcAft>
              <a:buClr>
                <a:srgbClr val="f03b5e"/>
              </a:buClr>
              <a:buFont typeface="Wingdings 2" charset="2"/>
              <a:buChar char=""/>
            </a:pPr>
            <a:r>
              <a:rPr lang="en-IN" sz="1800" b="0" u="none" strike="noStrike">
                <a:solidFill>
                  <a:srgbClr val="ffffff"/>
                </a:solidFill>
                <a:effectLst/>
                <a:uFillTx/>
                <a:latin typeface="Century Gothic"/>
                <a:ea typeface="DejaVu Sans"/>
              </a:rPr>
              <a:t>Bash is the Bourne Again SHell.</a:t>
            </a:r>
            <a:endParaRPr lang="en-US" sz="1800" b="0" u="none" strike="noStrike">
              <a:solidFill>
                <a:srgbClr val="ffffff"/>
              </a:solidFill>
              <a:effectLst/>
              <a:uFillTx/>
              <a:latin typeface="Noto Serif"/>
            </a:endParaRPr>
          </a:p>
          <a:p>
            <a:pPr marL="343080" indent="-342360">
              <a:lnSpc>
                <a:spcPct val="100000"/>
              </a:lnSpc>
              <a:spcBef>
                <a:spcPts val="360"/>
              </a:spcBef>
              <a:spcAft>
                <a:spcPts val="601"/>
              </a:spcAft>
              <a:buClr>
                <a:srgbClr val="f03b5e"/>
              </a:buClr>
              <a:buFont typeface="Wingdings 2" charset="2"/>
              <a:buChar char=""/>
            </a:pPr>
            <a:r>
              <a:rPr lang="en-IN" sz="1800" b="0" u="none" strike="noStrike">
                <a:solidFill>
                  <a:srgbClr val="ffffff"/>
                </a:solidFill>
                <a:effectLst/>
                <a:uFillTx/>
                <a:latin typeface="Century Gothic"/>
                <a:ea typeface="DejaVu Sans"/>
              </a:rPr>
              <a:t>It is an sh-compatible shell that incorporates useful features from the Korn shell (ksh) and C shell (csh).</a:t>
            </a:r>
            <a:endParaRPr lang="en-US" sz="1800" b="0" u="none" strike="noStrike">
              <a:solidFill>
                <a:srgbClr val="ffffff"/>
              </a:solidFill>
              <a:effectLst/>
              <a:uFillTx/>
              <a:latin typeface="Noto Serif"/>
            </a:endParaRPr>
          </a:p>
          <a:p>
            <a:pPr marL="343080" indent="-342360">
              <a:lnSpc>
                <a:spcPct val="100000"/>
              </a:lnSpc>
              <a:spcBef>
                <a:spcPts val="360"/>
              </a:spcBef>
              <a:spcAft>
                <a:spcPts val="601"/>
              </a:spcAft>
              <a:buClr>
                <a:srgbClr val="f03b5e"/>
              </a:buClr>
              <a:buFont typeface="Wingdings 2" charset="2"/>
              <a:buChar char=""/>
            </a:pPr>
            <a:r>
              <a:rPr lang="en-IN" sz="1800" b="0" u="none" strike="noStrike">
                <a:solidFill>
                  <a:srgbClr val="ffffff"/>
                </a:solidFill>
                <a:effectLst/>
                <a:uFillTx/>
                <a:latin typeface="Century Gothic"/>
                <a:ea typeface="DejaVu Sans"/>
              </a:rPr>
              <a:t>The improvements offered by Bash include:</a:t>
            </a:r>
            <a:endParaRPr lang="en-US" sz="1800" b="0" u="none" strike="noStrike">
              <a:solidFill>
                <a:srgbClr val="ffffff"/>
              </a:solidFill>
              <a:effectLst/>
              <a:uFillTx/>
              <a:latin typeface="Noto Serif"/>
            </a:endParaRPr>
          </a:p>
          <a:p>
            <a:pPr marL="743040" lvl="1" indent="-285120">
              <a:lnSpc>
                <a:spcPct val="100000"/>
              </a:lnSpc>
              <a:spcBef>
                <a:spcPts val="320"/>
              </a:spcBef>
              <a:spcAft>
                <a:spcPts val="601"/>
              </a:spcAft>
              <a:buClr>
                <a:srgbClr val="f03b5e"/>
              </a:buClr>
              <a:buFont typeface="Wingdings 2" charset="2"/>
              <a:buChar char=""/>
            </a:pPr>
            <a:r>
              <a:rPr lang="en-IN" sz="1600" b="0" u="none" strike="noStrike">
                <a:solidFill>
                  <a:srgbClr val="ffffff"/>
                </a:solidFill>
                <a:effectLst/>
                <a:uFillTx/>
                <a:latin typeface="Century Gothic"/>
                <a:ea typeface="DejaVu Sans"/>
              </a:rPr>
              <a:t>Command line editing</a:t>
            </a:r>
            <a:endParaRPr lang="en-US" sz="1600" b="0" u="none" strike="noStrike">
              <a:solidFill>
                <a:srgbClr val="ffffff"/>
              </a:solidFill>
              <a:effectLst/>
              <a:uFillTx/>
              <a:latin typeface="Noto Serif"/>
            </a:endParaRPr>
          </a:p>
          <a:p>
            <a:pPr marL="743040" lvl="1" indent="-285120">
              <a:lnSpc>
                <a:spcPct val="100000"/>
              </a:lnSpc>
              <a:spcBef>
                <a:spcPts val="320"/>
              </a:spcBef>
              <a:spcAft>
                <a:spcPts val="601"/>
              </a:spcAft>
              <a:buClr>
                <a:srgbClr val="f03b5e"/>
              </a:buClr>
              <a:buFont typeface="Wingdings 2" charset="2"/>
              <a:buChar char=""/>
            </a:pPr>
            <a:r>
              <a:rPr lang="en-IN" sz="1600" b="0" u="none" strike="noStrike">
                <a:solidFill>
                  <a:srgbClr val="ffffff"/>
                </a:solidFill>
                <a:effectLst/>
                <a:uFillTx/>
                <a:latin typeface="Century Gothic"/>
                <a:ea typeface="DejaVu Sans"/>
              </a:rPr>
              <a:t>Unlimited size command history</a:t>
            </a:r>
            <a:endParaRPr lang="en-US" sz="1600" b="0" u="none" strike="noStrike">
              <a:solidFill>
                <a:srgbClr val="ffffff"/>
              </a:solidFill>
              <a:effectLst/>
              <a:uFillTx/>
              <a:latin typeface="Noto Serif"/>
            </a:endParaRPr>
          </a:p>
          <a:p>
            <a:pPr marL="743040" lvl="1" indent="-285120">
              <a:lnSpc>
                <a:spcPct val="100000"/>
              </a:lnSpc>
              <a:spcBef>
                <a:spcPts val="320"/>
              </a:spcBef>
              <a:spcAft>
                <a:spcPts val="601"/>
              </a:spcAft>
              <a:buClr>
                <a:srgbClr val="f03b5e"/>
              </a:buClr>
              <a:buFont typeface="Wingdings 2" charset="2"/>
              <a:buChar char=""/>
            </a:pPr>
            <a:r>
              <a:rPr lang="en-IN" sz="1600" b="0" u="none" strike="noStrike">
                <a:solidFill>
                  <a:srgbClr val="ffffff"/>
                </a:solidFill>
                <a:effectLst/>
                <a:uFillTx/>
                <a:latin typeface="Century Gothic"/>
                <a:ea typeface="DejaVu Sans"/>
              </a:rPr>
              <a:t>Job Control</a:t>
            </a:r>
            <a:endParaRPr lang="en-US" sz="1600" b="0" u="none" strike="noStrike">
              <a:solidFill>
                <a:srgbClr val="ffffff"/>
              </a:solidFill>
              <a:effectLst/>
              <a:uFillTx/>
              <a:latin typeface="Noto Serif"/>
            </a:endParaRPr>
          </a:p>
          <a:p>
            <a:pPr marL="743040" lvl="1" indent="-285120">
              <a:lnSpc>
                <a:spcPct val="100000"/>
              </a:lnSpc>
              <a:spcBef>
                <a:spcPts val="320"/>
              </a:spcBef>
              <a:spcAft>
                <a:spcPts val="601"/>
              </a:spcAft>
              <a:buClr>
                <a:srgbClr val="f03b5e"/>
              </a:buClr>
              <a:buFont typeface="Wingdings 2" charset="2"/>
              <a:buChar char=""/>
            </a:pPr>
            <a:r>
              <a:rPr lang="en-IN" sz="1600" b="0" u="none" strike="noStrike">
                <a:solidFill>
                  <a:srgbClr val="ffffff"/>
                </a:solidFill>
                <a:effectLst/>
                <a:uFillTx/>
                <a:latin typeface="Century Gothic"/>
                <a:ea typeface="DejaVu Sans"/>
              </a:rPr>
              <a:t>Shell Functions and Aliases</a:t>
            </a:r>
            <a:endParaRPr lang="en-US" sz="1600" b="0" u="none" strike="noStrike">
              <a:solidFill>
                <a:srgbClr val="ffffff"/>
              </a:solidFill>
              <a:effectLst/>
              <a:uFillTx/>
              <a:latin typeface="Noto Serif"/>
            </a:endParaRPr>
          </a:p>
          <a:p>
            <a:pPr marL="743040" lvl="1" indent="-285120">
              <a:lnSpc>
                <a:spcPct val="100000"/>
              </a:lnSpc>
              <a:spcBef>
                <a:spcPts val="320"/>
              </a:spcBef>
              <a:spcAft>
                <a:spcPts val="601"/>
              </a:spcAft>
              <a:buClr>
                <a:srgbClr val="f03b5e"/>
              </a:buClr>
              <a:buFont typeface="Wingdings 2" charset="2"/>
              <a:buChar char=""/>
            </a:pPr>
            <a:r>
              <a:rPr lang="en-IN" sz="1600" b="0" u="none" strike="noStrike">
                <a:solidFill>
                  <a:srgbClr val="ffffff"/>
                </a:solidFill>
                <a:effectLst/>
                <a:uFillTx/>
                <a:latin typeface="Century Gothic"/>
                <a:ea typeface="DejaVu Sans"/>
              </a:rPr>
              <a:t>Indexed arrays of unlimited size</a:t>
            </a:r>
            <a:endParaRPr lang="en-US" sz="1600" b="0" u="none" strike="noStrike">
              <a:solidFill>
                <a:srgbClr val="ffffff"/>
              </a:solidFill>
              <a:effectLst/>
              <a:uFillTx/>
              <a:latin typeface="Noto Serif"/>
            </a:endParaRPr>
          </a:p>
          <a:p>
            <a:pPr>
              <a:lnSpc>
                <a:spcPct val="100000"/>
              </a:lnSpc>
              <a:spcBef>
                <a:spcPts val="360"/>
              </a:spcBef>
              <a:spcAft>
                <a:spcPts val="601"/>
              </a:spcAft>
            </a:pPr>
            <a:endParaRPr lang="en-US" sz="1600" b="0" u="none" strike="noStrik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CustomShape 1"/>
          <p:cNvSpPr/>
          <p:nvPr/>
        </p:nvSpPr>
        <p:spPr>
          <a:xfrm>
            <a:off x="810000" y="447120"/>
            <a:ext cx="10571040" cy="969480"/>
          </a:xfrm>
          <a:prstGeom prst="rect">
            <a:avLst/>
          </a:prstGeom>
          <a:noFill/>
          <a:ln w="0">
            <a:noFill/>
          </a:ln>
          <a:effectLst>
            <a:outerShdw dir="0" dist="0">
              <a:srgbClr val="000000">
                <a:alpha val="60000"/>
              </a:srgbClr>
            </a:outerShdw>
          </a:effectLst>
        </p:spPr>
        <p:style>
          <a:lnRef idx="0"/>
          <a:fillRef idx="0"/>
          <a:effectRef idx="0"/>
          <a:fontRef idx="minor"/>
        </p:style>
        <p:txBody>
          <a:bodyPr lIns="90000" rIns="90000" tIns="45000" bIns="45000" anchor="b">
            <a:noAutofit/>
          </a:bodyPr>
          <a:p>
            <a:pPr>
              <a:lnSpc>
                <a:spcPct val="100000"/>
              </a:lnSpc>
            </a:pPr>
            <a:r>
              <a:rPr lang="en-IN" sz="4000" b="1" u="none" strike="noStrike">
                <a:solidFill>
                  <a:srgbClr val="fefefe"/>
                </a:solidFill>
                <a:effectLst/>
                <a:uFillTx/>
                <a:latin typeface="Century Gothic"/>
                <a:ea typeface="DejaVu Sans"/>
              </a:rPr>
              <a:t>Major Commands Used</a:t>
            </a:r>
            <a:endParaRPr lang="en-US" sz="4000" b="0" u="none" strike="noStrike">
              <a:solidFill>
                <a:srgbClr val="ffffff"/>
              </a:solidFill>
              <a:effectLst/>
              <a:uFillTx/>
              <a:latin typeface="Noto Serif"/>
            </a:endParaRPr>
          </a:p>
        </p:txBody>
      </p:sp>
      <p:sp>
        <p:nvSpPr>
          <p:cNvPr id="341" name="CustomShape 2"/>
          <p:cNvSpPr/>
          <p:nvPr/>
        </p:nvSpPr>
        <p:spPr>
          <a:xfrm>
            <a:off x="818640" y="2222280"/>
            <a:ext cx="10553400" cy="3635280"/>
          </a:xfrm>
          <a:prstGeom prst="rect">
            <a:avLst/>
          </a:prstGeom>
          <a:noFill/>
          <a:ln w="0">
            <a:noFill/>
          </a:ln>
          <a:effectLst>
            <a:outerShdw dir="0" dist="0">
              <a:srgbClr val="000000">
                <a:alpha val="40000"/>
              </a:srgbClr>
            </a:outerShdw>
          </a:effectLst>
        </p:spPr>
        <p:style>
          <a:lnRef idx="0"/>
          <a:fillRef idx="0"/>
          <a:effectRef idx="0"/>
          <a:fontRef idx="minor"/>
        </p:style>
        <p:txBody>
          <a:bodyPr lIns="90000" rIns="90000" tIns="45000" bIns="45000" anchor="ctr">
            <a:noAutofit/>
          </a:bodyPr>
          <a:p>
            <a:pPr marL="343080" indent="-342360">
              <a:lnSpc>
                <a:spcPct val="100000"/>
              </a:lnSpc>
              <a:spcBef>
                <a:spcPts val="360"/>
              </a:spcBef>
              <a:spcAft>
                <a:spcPts val="601"/>
              </a:spcAft>
              <a:buClr>
                <a:srgbClr val="f03b5e"/>
              </a:buClr>
              <a:buFont typeface="Wingdings 2" charset="2"/>
              <a:buChar char=""/>
            </a:pPr>
            <a:r>
              <a:rPr lang="en-IN" sz="1800" b="0" u="none" strike="noStrike">
                <a:solidFill>
                  <a:srgbClr val="ffffff"/>
                </a:solidFill>
                <a:effectLst/>
                <a:uFillTx/>
                <a:latin typeface="Century Gothic"/>
                <a:ea typeface="DejaVu Sans"/>
              </a:rPr>
              <a:t>Most frequently used major commands in our script are:</a:t>
            </a:r>
            <a:endParaRPr lang="en-US" sz="1800" b="0" u="none" strike="noStrike">
              <a:solidFill>
                <a:srgbClr val="ffffff"/>
              </a:solidFill>
              <a:effectLst/>
              <a:uFillTx/>
              <a:latin typeface="Noto Serif"/>
            </a:endParaRPr>
          </a:p>
          <a:p>
            <a:pPr marL="743040" lvl="1" indent="-285120">
              <a:lnSpc>
                <a:spcPct val="100000"/>
              </a:lnSpc>
              <a:spcBef>
                <a:spcPts val="320"/>
              </a:spcBef>
              <a:spcAft>
                <a:spcPts val="601"/>
              </a:spcAft>
              <a:buClr>
                <a:srgbClr val="f03b5e"/>
              </a:buClr>
              <a:buFont typeface="Wingdings 2" charset="2"/>
              <a:buChar char=""/>
            </a:pPr>
            <a:r>
              <a:rPr lang="en-IN" sz="1600" b="0" u="none" strike="noStrike">
                <a:solidFill>
                  <a:srgbClr val="ffffff"/>
                </a:solidFill>
                <a:effectLst/>
                <a:uFillTx/>
                <a:latin typeface="Century Gothic"/>
                <a:ea typeface="DejaVu Sans"/>
              </a:rPr>
              <a:t>AWK</a:t>
            </a:r>
            <a:endParaRPr lang="en-US" sz="1600" b="0" u="none" strike="noStrike">
              <a:solidFill>
                <a:srgbClr val="ffffff"/>
              </a:solidFill>
              <a:effectLst/>
              <a:uFillTx/>
              <a:latin typeface="Noto Serif"/>
            </a:endParaRPr>
          </a:p>
          <a:p>
            <a:pPr marL="743040" lvl="1" indent="-285120">
              <a:lnSpc>
                <a:spcPct val="100000"/>
              </a:lnSpc>
              <a:spcBef>
                <a:spcPts val="320"/>
              </a:spcBef>
              <a:spcAft>
                <a:spcPts val="601"/>
              </a:spcAft>
              <a:buClr>
                <a:srgbClr val="f03b5e"/>
              </a:buClr>
              <a:buFont typeface="Wingdings 2" charset="2"/>
              <a:buChar char=""/>
            </a:pPr>
            <a:r>
              <a:rPr lang="en-IN" sz="1600" b="0" u="none" strike="noStrike">
                <a:solidFill>
                  <a:srgbClr val="ffffff"/>
                </a:solidFill>
                <a:effectLst/>
                <a:uFillTx/>
                <a:latin typeface="Century Gothic"/>
                <a:ea typeface="DejaVu Sans"/>
              </a:rPr>
              <a:t>EGREP</a:t>
            </a:r>
            <a:endParaRPr lang="en-US" sz="1600" b="0" u="none" strike="noStrike">
              <a:solidFill>
                <a:srgbClr val="ffffff"/>
              </a:solidFill>
              <a:effectLst/>
              <a:uFillTx/>
              <a:latin typeface="Noto Serif"/>
            </a:endParaRPr>
          </a:p>
          <a:p>
            <a:pPr marL="743040" lvl="1" indent="-285120">
              <a:lnSpc>
                <a:spcPct val="100000"/>
              </a:lnSpc>
              <a:spcBef>
                <a:spcPts val="320"/>
              </a:spcBef>
              <a:spcAft>
                <a:spcPts val="601"/>
              </a:spcAft>
              <a:buClr>
                <a:srgbClr val="f03b5e"/>
              </a:buClr>
              <a:buFont typeface="Wingdings 2" charset="2"/>
              <a:buChar char=""/>
            </a:pPr>
            <a:r>
              <a:rPr lang="en-IN" sz="1600" b="0" u="none" strike="noStrike">
                <a:solidFill>
                  <a:srgbClr val="ffffff"/>
                </a:solidFill>
                <a:effectLst/>
                <a:uFillTx/>
                <a:latin typeface="Century Gothic"/>
                <a:ea typeface="DejaVu Sans"/>
              </a:rPr>
              <a:t>SED</a:t>
            </a:r>
            <a:endParaRPr lang="en-US" sz="1600" b="0" u="none" strike="noStrike">
              <a:solidFill>
                <a:srgbClr val="ffffff"/>
              </a:solidFill>
              <a:effectLst/>
              <a:uFillTx/>
              <a:latin typeface="Noto Serif"/>
            </a:endParaRPr>
          </a:p>
          <a:p>
            <a:pPr marL="343080" indent="-342360">
              <a:lnSpc>
                <a:spcPct val="100000"/>
              </a:lnSpc>
              <a:spcBef>
                <a:spcPts val="360"/>
              </a:spcBef>
              <a:spcAft>
                <a:spcPts val="601"/>
              </a:spcAft>
              <a:buClr>
                <a:srgbClr val="f03b5e"/>
              </a:buClr>
              <a:buFont typeface="Wingdings 2" charset="2"/>
              <a:buChar char=""/>
            </a:pPr>
            <a:r>
              <a:rPr lang="en-IN" sz="1800" b="0" u="none" strike="noStrike">
                <a:solidFill>
                  <a:srgbClr val="ffffff"/>
                </a:solidFill>
                <a:effectLst/>
                <a:uFillTx/>
                <a:latin typeface="Century Gothic"/>
                <a:ea typeface="DejaVu Sans"/>
              </a:rPr>
              <a:t>AWK Command is used for generating formatted reports.</a:t>
            </a:r>
            <a:endParaRPr lang="en-US" sz="1800" b="0" u="none" strike="noStrike">
              <a:solidFill>
                <a:srgbClr val="ffffff"/>
              </a:solidFill>
              <a:effectLst/>
              <a:uFillTx/>
              <a:latin typeface="Noto Serif"/>
            </a:endParaRPr>
          </a:p>
          <a:p>
            <a:pPr marL="343080" indent="-342360">
              <a:lnSpc>
                <a:spcPct val="100000"/>
              </a:lnSpc>
              <a:spcBef>
                <a:spcPts val="360"/>
              </a:spcBef>
              <a:spcAft>
                <a:spcPts val="601"/>
              </a:spcAft>
              <a:buClr>
                <a:srgbClr val="f03b5e"/>
              </a:buClr>
              <a:buFont typeface="Wingdings 2" charset="2"/>
              <a:buChar char=""/>
            </a:pPr>
            <a:r>
              <a:rPr lang="en-IN" sz="1800" b="0" u="none" strike="noStrike">
                <a:solidFill>
                  <a:srgbClr val="ffffff"/>
                </a:solidFill>
                <a:effectLst/>
                <a:uFillTx/>
                <a:latin typeface="Century Gothic"/>
                <a:ea typeface="DejaVu Sans"/>
              </a:rPr>
              <a:t>EGREP Command is used for extracting regular expressions from a text file.</a:t>
            </a:r>
            <a:endParaRPr lang="en-US" sz="1800" b="0" u="none" strike="noStrike">
              <a:solidFill>
                <a:srgbClr val="ffffff"/>
              </a:solidFill>
              <a:effectLst/>
              <a:uFillTx/>
              <a:latin typeface="Noto Serif"/>
            </a:endParaRPr>
          </a:p>
          <a:p>
            <a:pPr marL="343080" indent="-342360">
              <a:lnSpc>
                <a:spcPct val="100000"/>
              </a:lnSpc>
              <a:spcBef>
                <a:spcPts val="360"/>
              </a:spcBef>
              <a:spcAft>
                <a:spcPts val="601"/>
              </a:spcAft>
              <a:buClr>
                <a:srgbClr val="f03b5e"/>
              </a:buClr>
              <a:buFont typeface="Wingdings 2" charset="2"/>
              <a:buChar char=""/>
            </a:pPr>
            <a:r>
              <a:rPr lang="en-IN" sz="1800" b="0" u="none" strike="noStrike">
                <a:solidFill>
                  <a:srgbClr val="ffffff"/>
                </a:solidFill>
                <a:effectLst/>
                <a:uFillTx/>
                <a:latin typeface="Century Gothic"/>
                <a:ea typeface="DejaVu Sans"/>
              </a:rPr>
              <a:t>SED Command is a stream editor it can perform functions like substitution, deletion and printing.</a:t>
            </a:r>
            <a:endParaRPr lang="en-US" sz="1800" b="0" u="none" strike="noStrik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CustomShape 1"/>
          <p:cNvSpPr/>
          <p:nvPr/>
        </p:nvSpPr>
        <p:spPr>
          <a:xfrm>
            <a:off x="810000" y="447120"/>
            <a:ext cx="10571040" cy="969480"/>
          </a:xfrm>
          <a:prstGeom prst="rect">
            <a:avLst/>
          </a:prstGeom>
          <a:noFill/>
          <a:ln w="0">
            <a:noFill/>
          </a:ln>
          <a:effectLst>
            <a:outerShdw dir="0" dist="0">
              <a:srgbClr val="000000">
                <a:alpha val="60000"/>
              </a:srgbClr>
            </a:outerShdw>
          </a:effectLst>
        </p:spPr>
        <p:style>
          <a:lnRef idx="0"/>
          <a:fillRef idx="0"/>
          <a:effectRef idx="0"/>
          <a:fontRef idx="minor"/>
        </p:style>
        <p:txBody>
          <a:bodyPr lIns="90000" rIns="90000" tIns="45000" bIns="45000" anchor="b">
            <a:noAutofit/>
          </a:bodyPr>
          <a:p>
            <a:pPr>
              <a:lnSpc>
                <a:spcPct val="100000"/>
              </a:lnSpc>
            </a:pPr>
            <a:r>
              <a:rPr lang="en-IN" sz="4000" b="1" u="none" strike="noStrike">
                <a:solidFill>
                  <a:srgbClr val="fefefe"/>
                </a:solidFill>
                <a:effectLst/>
                <a:uFillTx/>
                <a:latin typeface="Century Gothic"/>
                <a:ea typeface="DejaVu Sans"/>
              </a:rPr>
              <a:t>MSMTP</a:t>
            </a:r>
            <a:endParaRPr lang="en-US" sz="4000" b="0" u="none" strike="noStrike">
              <a:solidFill>
                <a:srgbClr val="ffffff"/>
              </a:solidFill>
              <a:effectLst/>
              <a:uFillTx/>
              <a:latin typeface="Noto Serif"/>
            </a:endParaRPr>
          </a:p>
        </p:txBody>
      </p:sp>
      <p:sp>
        <p:nvSpPr>
          <p:cNvPr id="343" name="CustomShape 2"/>
          <p:cNvSpPr/>
          <p:nvPr/>
        </p:nvSpPr>
        <p:spPr>
          <a:xfrm>
            <a:off x="732600" y="2230920"/>
            <a:ext cx="10553400" cy="3635280"/>
          </a:xfrm>
          <a:prstGeom prst="rect">
            <a:avLst/>
          </a:prstGeom>
          <a:noFill/>
          <a:ln w="0">
            <a:noFill/>
          </a:ln>
          <a:effectLst>
            <a:outerShdw dir="0" dist="0">
              <a:srgbClr val="000000">
                <a:alpha val="40000"/>
              </a:srgbClr>
            </a:outerShdw>
          </a:effectLst>
        </p:spPr>
        <p:style>
          <a:lnRef idx="0"/>
          <a:fillRef idx="0"/>
          <a:effectRef idx="0"/>
          <a:fontRef idx="minor"/>
        </p:style>
        <p:txBody>
          <a:bodyPr lIns="90000" rIns="90000" tIns="45000" bIns="45000" anchor="ctr">
            <a:noAutofit/>
          </a:bodyPr>
          <a:p>
            <a:pPr marL="343080" indent="-342360">
              <a:lnSpc>
                <a:spcPct val="100000"/>
              </a:lnSpc>
              <a:spcBef>
                <a:spcPts val="360"/>
              </a:spcBef>
              <a:spcAft>
                <a:spcPts val="601"/>
              </a:spcAft>
              <a:buClr>
                <a:srgbClr val="f03b5e"/>
              </a:buClr>
              <a:buFont typeface="Wingdings 2" charset="2"/>
              <a:buChar char=""/>
            </a:pPr>
            <a:r>
              <a:rPr lang="en-IN" sz="1800" b="0" u="none" strike="noStrike">
                <a:solidFill>
                  <a:srgbClr val="ffffff"/>
                </a:solidFill>
                <a:effectLst/>
                <a:uFillTx/>
                <a:latin typeface="Century Gothic"/>
                <a:ea typeface="DejaVu Sans"/>
              </a:rPr>
              <a:t>In the default mode, it transmits a mail to an SMTP server which takes care of further delivery.</a:t>
            </a:r>
            <a:endParaRPr lang="en-US" sz="1800" b="0" u="none" strike="noStrike">
              <a:solidFill>
                <a:srgbClr val="ffffff"/>
              </a:solidFill>
              <a:effectLst/>
              <a:uFillTx/>
              <a:latin typeface="Noto Serif"/>
            </a:endParaRPr>
          </a:p>
          <a:p>
            <a:pPr marL="343080" indent="-342360">
              <a:lnSpc>
                <a:spcPct val="100000"/>
              </a:lnSpc>
              <a:spcBef>
                <a:spcPts val="360"/>
              </a:spcBef>
              <a:spcAft>
                <a:spcPts val="601"/>
              </a:spcAft>
              <a:buClr>
                <a:srgbClr val="f03b5e"/>
              </a:buClr>
              <a:buFont typeface="Wingdings 2" charset="2"/>
              <a:buChar char=""/>
            </a:pPr>
            <a:r>
              <a:rPr lang="en-IN" sz="1800" b="0" u="none" strike="noStrike">
                <a:solidFill>
                  <a:srgbClr val="ffffff"/>
                </a:solidFill>
                <a:effectLst/>
                <a:uFillTx/>
                <a:latin typeface="Century Gothic"/>
                <a:ea typeface="DejaVu Sans"/>
              </a:rPr>
              <a:t>We use msmtp in our project for mailing the tabulated report to any specified mailing address.</a:t>
            </a:r>
            <a:endParaRPr lang="en-US" sz="1800" b="0" u="none" strike="noStrike">
              <a:solidFill>
                <a:srgbClr val="ffffff"/>
              </a:solidFill>
              <a:effectLst/>
              <a:uFillTx/>
              <a:latin typeface="Noto Serif"/>
            </a:endParaRPr>
          </a:p>
          <a:p>
            <a:pPr marL="343080" indent="-342360">
              <a:lnSpc>
                <a:spcPct val="100000"/>
              </a:lnSpc>
              <a:spcBef>
                <a:spcPts val="360"/>
              </a:spcBef>
              <a:spcAft>
                <a:spcPts val="601"/>
              </a:spcAft>
              <a:buClr>
                <a:srgbClr val="f03b5e"/>
              </a:buClr>
              <a:buFont typeface="Wingdings 2" charset="2"/>
              <a:buChar char=""/>
            </a:pPr>
            <a:r>
              <a:rPr lang="en-IN" sz="1800" b="0" u="none" strike="noStrike">
                <a:solidFill>
                  <a:srgbClr val="ffffff"/>
                </a:solidFill>
                <a:effectLst/>
                <a:uFillTx/>
                <a:latin typeface="Century Gothic"/>
                <a:ea typeface="DejaVu Sans"/>
              </a:rPr>
              <a:t>A benefit of using msmtp is that we can send mail directly from our terminal</a:t>
            </a:r>
            <a:endParaRPr lang="en-US" sz="1800" b="0" u="none" strike="noStrike">
              <a:solidFill>
                <a:srgbClr val="ffffff"/>
              </a:solidFill>
              <a:effectLst/>
              <a:uFillTx/>
              <a:latin typeface="Noto Serif"/>
            </a:endParaRPr>
          </a:p>
          <a:p>
            <a:pPr marL="343080" indent="-342360">
              <a:lnSpc>
                <a:spcPct val="100000"/>
              </a:lnSpc>
              <a:spcBef>
                <a:spcPts val="400"/>
              </a:spcBef>
              <a:spcAft>
                <a:spcPts val="601"/>
              </a:spcAft>
              <a:buClr>
                <a:srgbClr val="f03b5e"/>
              </a:buClr>
              <a:buFont typeface="Wingdings 2" charset="2"/>
              <a:buChar char=""/>
            </a:pPr>
            <a:r>
              <a:rPr lang="en-IN" sz="1800" b="0" u="none" strike="noStrike">
                <a:solidFill>
                  <a:srgbClr val="ffffff"/>
                </a:solidFill>
                <a:effectLst/>
                <a:uFillTx/>
                <a:latin typeface="Century Gothic"/>
                <a:ea typeface="DejaVu Sans"/>
              </a:rPr>
              <a:t>We use commands </a:t>
            </a:r>
            <a:r>
              <a:rPr lang="en-IN" sz="2000" b="1" u="none" strike="noStrike">
                <a:solidFill>
                  <a:srgbClr val="ffffff"/>
                </a:solidFill>
                <a:effectLst/>
                <a:uFillTx/>
                <a:latin typeface="MS PGothic"/>
                <a:ea typeface="MS PGothic"/>
              </a:rPr>
              <a:t>mail</a:t>
            </a:r>
            <a:r>
              <a:rPr lang="en-IN" sz="1800" b="0" u="none" strike="noStrike">
                <a:solidFill>
                  <a:srgbClr val="ffffff"/>
                </a:solidFill>
                <a:effectLst/>
                <a:uFillTx/>
                <a:latin typeface="Century Gothic"/>
                <a:ea typeface="MS PGothic"/>
              </a:rPr>
              <a:t> and </a:t>
            </a:r>
            <a:r>
              <a:rPr lang="en-IN" sz="2000" b="1" u="none" strike="noStrike">
                <a:solidFill>
                  <a:srgbClr val="ffffff"/>
                </a:solidFill>
                <a:effectLst/>
                <a:uFillTx/>
                <a:latin typeface="MS PGothic"/>
                <a:ea typeface="MS PGothic"/>
              </a:rPr>
              <a:t>sendmail</a:t>
            </a:r>
            <a:r>
              <a:rPr lang="en-IN" sz="1800" b="0" u="none" strike="noStrike">
                <a:solidFill>
                  <a:srgbClr val="ffffff"/>
                </a:solidFill>
                <a:effectLst/>
                <a:uFillTx/>
                <a:latin typeface="Century Gothic"/>
                <a:ea typeface="MS PGothic"/>
              </a:rPr>
              <a:t> for sending email from terminal.</a:t>
            </a:r>
            <a:endParaRPr lang="en-US" sz="1800" b="0" u="none" strike="noStrik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CustomShape 1"/>
          <p:cNvSpPr/>
          <p:nvPr/>
        </p:nvSpPr>
        <p:spPr>
          <a:xfrm>
            <a:off x="810000" y="447120"/>
            <a:ext cx="10571040" cy="969480"/>
          </a:xfrm>
          <a:prstGeom prst="rect">
            <a:avLst/>
          </a:prstGeom>
          <a:noFill/>
          <a:ln w="0">
            <a:noFill/>
          </a:ln>
          <a:effectLst>
            <a:outerShdw dir="0" dist="0">
              <a:srgbClr val="000000">
                <a:alpha val="60000"/>
              </a:srgbClr>
            </a:outerShdw>
          </a:effectLst>
        </p:spPr>
        <p:style>
          <a:lnRef idx="0"/>
          <a:fillRef idx="0"/>
          <a:effectRef idx="0"/>
          <a:fontRef idx="minor"/>
        </p:style>
        <p:txBody>
          <a:bodyPr lIns="90000" rIns="90000" tIns="45000" bIns="45000" anchor="b">
            <a:noAutofit/>
          </a:bodyPr>
          <a:p>
            <a:pPr>
              <a:lnSpc>
                <a:spcPct val="100000"/>
              </a:lnSpc>
            </a:pPr>
            <a:r>
              <a:rPr lang="en-IN" sz="4000" b="1" u="none" strike="noStrike">
                <a:solidFill>
                  <a:srgbClr val="fefefe"/>
                </a:solidFill>
                <a:effectLst/>
                <a:uFillTx/>
                <a:latin typeface="Century Gothic"/>
                <a:ea typeface="DejaVu Sans"/>
              </a:rPr>
              <a:t>HTML</a:t>
            </a:r>
            <a:endParaRPr lang="en-US" sz="4000" b="0" u="none" strike="noStrike">
              <a:solidFill>
                <a:srgbClr val="ffffff"/>
              </a:solidFill>
              <a:effectLst/>
              <a:uFillTx/>
              <a:latin typeface="Noto Serif"/>
            </a:endParaRPr>
          </a:p>
        </p:txBody>
      </p:sp>
      <p:sp>
        <p:nvSpPr>
          <p:cNvPr id="345" name="CustomShape 2"/>
          <p:cNvSpPr/>
          <p:nvPr/>
        </p:nvSpPr>
        <p:spPr>
          <a:xfrm>
            <a:off x="818640" y="2222280"/>
            <a:ext cx="10553400" cy="3635280"/>
          </a:xfrm>
          <a:prstGeom prst="rect">
            <a:avLst/>
          </a:prstGeom>
          <a:noFill/>
          <a:ln w="0">
            <a:noFill/>
          </a:ln>
          <a:effectLst>
            <a:outerShdw dir="0" dist="0">
              <a:srgbClr val="000000">
                <a:alpha val="40000"/>
              </a:srgbClr>
            </a:outerShdw>
          </a:effectLst>
        </p:spPr>
        <p:style>
          <a:lnRef idx="0"/>
          <a:fillRef idx="0"/>
          <a:effectRef idx="0"/>
          <a:fontRef idx="minor"/>
        </p:style>
        <p:txBody>
          <a:bodyPr lIns="90000" rIns="90000" tIns="45000" bIns="45000" anchor="ctr">
            <a:noAutofit/>
          </a:bodyPr>
          <a:p>
            <a:pPr marL="343080" indent="-342360">
              <a:lnSpc>
                <a:spcPct val="100000"/>
              </a:lnSpc>
              <a:spcBef>
                <a:spcPts val="360"/>
              </a:spcBef>
              <a:spcAft>
                <a:spcPts val="601"/>
              </a:spcAft>
              <a:buClr>
                <a:srgbClr val="f03b5e"/>
              </a:buClr>
              <a:buFont typeface="Wingdings 2" charset="2"/>
              <a:buChar char=""/>
            </a:pPr>
            <a:r>
              <a:rPr lang="en-IN" sz="1800" b="0" u="none" strike="noStrike">
                <a:solidFill>
                  <a:srgbClr val="ffffff"/>
                </a:solidFill>
                <a:effectLst/>
                <a:uFillTx/>
                <a:latin typeface="Century Gothic"/>
                <a:ea typeface="DejaVu Sans"/>
              </a:rPr>
              <a:t>HTML is a standard markup language for creating webpages.</a:t>
            </a:r>
            <a:endParaRPr lang="en-US" sz="1800" b="0" u="none" strike="noStrike">
              <a:solidFill>
                <a:srgbClr val="ffffff"/>
              </a:solidFill>
              <a:effectLst/>
              <a:uFillTx/>
              <a:latin typeface="Noto Serif"/>
            </a:endParaRPr>
          </a:p>
          <a:p>
            <a:pPr marL="343080" indent="-342360">
              <a:lnSpc>
                <a:spcPct val="100000"/>
              </a:lnSpc>
              <a:spcBef>
                <a:spcPts val="360"/>
              </a:spcBef>
              <a:spcAft>
                <a:spcPts val="601"/>
              </a:spcAft>
              <a:buClr>
                <a:srgbClr val="f03b5e"/>
              </a:buClr>
              <a:buFont typeface="Wingdings 2" charset="2"/>
              <a:buChar char=""/>
            </a:pPr>
            <a:r>
              <a:rPr lang="en-IN" sz="1800" b="0" u="none" strike="noStrike">
                <a:solidFill>
                  <a:srgbClr val="ffffff"/>
                </a:solidFill>
                <a:effectLst/>
                <a:uFillTx/>
                <a:latin typeface="Century Gothic"/>
                <a:ea typeface="DejaVu Sans"/>
              </a:rPr>
              <a:t>It stands for Hyper Text Markup Language and is used to describe the structure of a webpage.</a:t>
            </a:r>
            <a:endParaRPr lang="en-US" sz="1800" b="0" u="none" strike="noStrike">
              <a:solidFill>
                <a:srgbClr val="ffffff"/>
              </a:solidFill>
              <a:effectLst/>
              <a:uFillTx/>
              <a:latin typeface="Noto Serif"/>
            </a:endParaRPr>
          </a:p>
          <a:p>
            <a:pPr marL="343080" indent="-342360">
              <a:lnSpc>
                <a:spcPct val="100000"/>
              </a:lnSpc>
              <a:spcBef>
                <a:spcPts val="360"/>
              </a:spcBef>
              <a:spcAft>
                <a:spcPts val="601"/>
              </a:spcAft>
              <a:buClr>
                <a:srgbClr val="f03b5e"/>
              </a:buClr>
              <a:buFont typeface="Wingdings 2" charset="2"/>
              <a:buChar char=""/>
            </a:pPr>
            <a:r>
              <a:rPr lang="en-IN" sz="1800" b="0" u="none" strike="noStrike">
                <a:solidFill>
                  <a:srgbClr val="ffffff"/>
                </a:solidFill>
                <a:effectLst/>
                <a:uFillTx/>
                <a:latin typeface="Century Gothic"/>
                <a:ea typeface="DejaVu Sans"/>
              </a:rPr>
              <a:t>We use HTML to generate a tabulated format of the report.</a:t>
            </a:r>
            <a:endParaRPr lang="en-US" sz="1800" b="0" u="none" strike="noStrike">
              <a:solidFill>
                <a:srgbClr val="ffffff"/>
              </a:solidFill>
              <a:effectLst/>
              <a:uFillTx/>
              <a:latin typeface="Noto Serif"/>
            </a:endParaRPr>
          </a:p>
          <a:p>
            <a:pPr marL="343080" indent="-342360">
              <a:lnSpc>
                <a:spcPct val="100000"/>
              </a:lnSpc>
              <a:spcBef>
                <a:spcPts val="360"/>
              </a:spcBef>
              <a:spcAft>
                <a:spcPts val="601"/>
              </a:spcAft>
              <a:buClr>
                <a:srgbClr val="f03b5e"/>
              </a:buClr>
              <a:buFont typeface="Wingdings 2" charset="2"/>
              <a:buChar char=""/>
            </a:pPr>
            <a:r>
              <a:rPr lang="en-IN" sz="1800" b="0" u="none" strike="noStrike">
                <a:solidFill>
                  <a:srgbClr val="ffffff"/>
                </a:solidFill>
                <a:effectLst/>
                <a:uFillTx/>
                <a:latin typeface="Century Gothic"/>
                <a:ea typeface="DejaVu Sans"/>
              </a:rPr>
              <a:t>We use &lt;table&gt; tag for generating table, &lt;tr&gt; &amp; &lt;tc&gt; for defining table row and column and &lt;th&gt; for defining the heading. </a:t>
            </a:r>
            <a:endParaRPr lang="en-US" sz="1800" b="0" u="none" strike="noStrik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CustomShape 1"/>
          <p:cNvSpPr/>
          <p:nvPr/>
        </p:nvSpPr>
        <p:spPr>
          <a:xfrm>
            <a:off x="810000" y="2951280"/>
            <a:ext cx="10560240" cy="1467720"/>
          </a:xfrm>
          <a:prstGeom prst="rect">
            <a:avLst/>
          </a:prstGeom>
          <a:noFill/>
          <a:ln w="0">
            <a:noFill/>
          </a:ln>
          <a:effectLst>
            <a:outerShdw dir="0" dist="0">
              <a:srgbClr val="000000">
                <a:alpha val="60000"/>
              </a:srgbClr>
            </a:outerShdw>
          </a:effectLst>
        </p:spPr>
        <p:style>
          <a:lnRef idx="0"/>
          <a:fillRef idx="0"/>
          <a:effectRef idx="0"/>
          <a:fontRef idx="minor"/>
        </p:style>
        <p:txBody>
          <a:bodyPr lIns="90000" rIns="90000" tIns="45000" bIns="45000" anchor="b">
            <a:noAutofit/>
          </a:bodyPr>
          <a:p>
            <a:pPr algn="r">
              <a:lnSpc>
                <a:spcPct val="100000"/>
              </a:lnSpc>
            </a:pPr>
            <a:r>
              <a:rPr lang="en-IN" sz="4800" b="1" u="none" strike="noStrike">
                <a:solidFill>
                  <a:srgbClr val="fefefe"/>
                </a:solidFill>
                <a:effectLst/>
                <a:uFillTx/>
                <a:latin typeface="Century Gothic"/>
                <a:ea typeface="DejaVu Sans"/>
              </a:rPr>
              <a:t>FLOW OF INFORMATION</a:t>
            </a:r>
            <a:endParaRPr lang="en-US" sz="4800" b="0" u="none" strike="noStrike">
              <a:solidFill>
                <a:srgbClr val="ffffff"/>
              </a:solidFill>
              <a:effectLst/>
              <a:uFillTx/>
              <a:latin typeface="Noto Serif"/>
            </a:endParaRPr>
          </a:p>
        </p:txBody>
      </p:sp>
      <p:sp>
        <p:nvSpPr>
          <p:cNvPr id="347" name="CustomShape 2"/>
          <p:cNvSpPr/>
          <p:nvPr/>
        </p:nvSpPr>
        <p:spPr>
          <a:xfrm>
            <a:off x="810000" y="5281200"/>
            <a:ext cx="10560240" cy="432720"/>
          </a:xfrm>
          <a:prstGeom prst="rect">
            <a:avLst/>
          </a:prstGeom>
          <a:noFill/>
          <a:ln w="0">
            <a:noFill/>
          </a:ln>
          <a:effectLst>
            <a:outerShdw dir="0" dist="0">
              <a:srgbClr val="000000">
                <a:alpha val="40000"/>
              </a:srgbClr>
            </a:outerShdw>
          </a:effectLst>
        </p:spPr>
        <p:style>
          <a:lnRef idx="0"/>
          <a:fillRef idx="0"/>
          <a:effectRef idx="0"/>
          <a:fontRef idx="minor"/>
        </p:style>
        <p:txBody>
          <a:bodyPr lIns="90000" rIns="90000" tIns="45000" bIns="45000" anchor="t">
            <a:noAutofit/>
          </a:bodyPr>
          <a:p>
            <a:pPr algn="r">
              <a:lnSpc>
                <a:spcPct val="100000"/>
              </a:lnSpc>
              <a:spcBef>
                <a:spcPts val="360"/>
              </a:spcBef>
              <a:spcAft>
                <a:spcPts val="601"/>
              </a:spcAft>
            </a:pPr>
            <a:r>
              <a:rPr lang="en-IN" sz="1800" b="0" u="none" strike="noStrike">
                <a:solidFill>
                  <a:srgbClr val="ffffff"/>
                </a:solidFill>
                <a:effectLst/>
                <a:uFillTx/>
                <a:latin typeface="Century Gothic"/>
                <a:ea typeface="DejaVu Sans"/>
              </a:rPr>
              <a:t>Here we describe the flow of information in our project from .lib files to e-mail</a:t>
            </a:r>
            <a:endParaRPr lang="en-US" sz="1800" b="0" u="none" strike="noStrik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8" name="Picture 1"/>
          <p:cNvPicPr/>
          <p:nvPr/>
        </p:nvPicPr>
        <p:blipFill>
          <a:blip r:embed="rId1"/>
          <a:stretch/>
        </p:blipFill>
        <p:spPr>
          <a:xfrm>
            <a:off x="2639520" y="103680"/>
            <a:ext cx="6822360" cy="662400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CustomShape 1"/>
          <p:cNvSpPr/>
          <p:nvPr/>
        </p:nvSpPr>
        <p:spPr>
          <a:xfrm>
            <a:off x="810000" y="447120"/>
            <a:ext cx="10571040" cy="969480"/>
          </a:xfrm>
          <a:prstGeom prst="rect">
            <a:avLst/>
          </a:prstGeom>
          <a:noFill/>
          <a:ln w="0">
            <a:noFill/>
          </a:ln>
          <a:effectLst>
            <a:outerShdw dir="0" dist="0">
              <a:srgbClr val="000000">
                <a:alpha val="60000"/>
              </a:srgbClr>
            </a:outerShdw>
          </a:effectLst>
        </p:spPr>
        <p:style>
          <a:lnRef idx="0"/>
          <a:fillRef idx="0"/>
          <a:effectRef idx="0"/>
          <a:fontRef idx="minor"/>
        </p:style>
        <p:txBody>
          <a:bodyPr lIns="90000" rIns="90000" tIns="45000" bIns="45000" anchor="b">
            <a:noAutofit/>
          </a:bodyPr>
          <a:p>
            <a:pPr>
              <a:lnSpc>
                <a:spcPct val="100000"/>
              </a:lnSpc>
            </a:pPr>
            <a:r>
              <a:rPr lang="en-IN" sz="4000" b="1" u="none" strike="noStrike">
                <a:solidFill>
                  <a:srgbClr val="fefefe"/>
                </a:solidFill>
                <a:effectLst/>
                <a:uFillTx/>
                <a:latin typeface="Century Gothic"/>
                <a:ea typeface="DejaVu Sans"/>
              </a:rPr>
              <a:t>Applications of Our Project</a:t>
            </a:r>
            <a:endParaRPr lang="en-US" sz="4000" b="0" u="none" strike="noStrike">
              <a:solidFill>
                <a:srgbClr val="ffffff"/>
              </a:solidFill>
              <a:effectLst/>
              <a:uFillTx/>
              <a:latin typeface="Noto Serif"/>
            </a:endParaRPr>
          </a:p>
        </p:txBody>
      </p:sp>
      <p:sp>
        <p:nvSpPr>
          <p:cNvPr id="350" name="CustomShape 2"/>
          <p:cNvSpPr/>
          <p:nvPr/>
        </p:nvSpPr>
        <p:spPr>
          <a:xfrm>
            <a:off x="818640" y="2222280"/>
            <a:ext cx="10553400" cy="3635280"/>
          </a:xfrm>
          <a:prstGeom prst="rect">
            <a:avLst/>
          </a:prstGeom>
          <a:noFill/>
          <a:ln w="0">
            <a:noFill/>
          </a:ln>
          <a:effectLst>
            <a:outerShdw dir="0" dist="0">
              <a:srgbClr val="000000">
                <a:alpha val="40000"/>
              </a:srgbClr>
            </a:outerShdw>
          </a:effectLst>
        </p:spPr>
        <p:style>
          <a:lnRef idx="0"/>
          <a:fillRef idx="0"/>
          <a:effectRef idx="0"/>
          <a:fontRef idx="minor"/>
        </p:style>
        <p:txBody>
          <a:bodyPr lIns="90000" rIns="90000" tIns="45000" bIns="45000" anchor="ctr">
            <a:noAutofit/>
          </a:bodyPr>
          <a:p>
            <a:pPr marL="343080" indent="-342360">
              <a:lnSpc>
                <a:spcPct val="100000"/>
              </a:lnSpc>
              <a:spcBef>
                <a:spcPts val="360"/>
              </a:spcBef>
              <a:spcAft>
                <a:spcPts val="601"/>
              </a:spcAft>
              <a:buClr>
                <a:srgbClr val="f03b5e"/>
              </a:buClr>
              <a:buFont typeface="Wingdings 2" charset="2"/>
              <a:buChar char=""/>
            </a:pPr>
            <a:r>
              <a:rPr lang="en-IN" sz="1800" b="0" u="none" strike="noStrike">
                <a:solidFill>
                  <a:srgbClr val="ffffff"/>
                </a:solidFill>
                <a:effectLst/>
                <a:uFillTx/>
                <a:latin typeface="Century Gothic"/>
                <a:ea typeface="DejaVu Sans"/>
              </a:rPr>
              <a:t>To obtain the starting, ending and the total working time of the user on the script.</a:t>
            </a:r>
            <a:endParaRPr lang="en-US" sz="1800" b="0" u="none" strike="noStrike">
              <a:solidFill>
                <a:srgbClr val="ffffff"/>
              </a:solidFill>
              <a:effectLst/>
              <a:uFillTx/>
              <a:latin typeface="Noto Serif"/>
            </a:endParaRPr>
          </a:p>
          <a:p>
            <a:pPr marL="343080" indent="-342360">
              <a:lnSpc>
                <a:spcPct val="100000"/>
              </a:lnSpc>
              <a:spcBef>
                <a:spcPts val="360"/>
              </a:spcBef>
              <a:spcAft>
                <a:spcPts val="601"/>
              </a:spcAft>
              <a:buClr>
                <a:srgbClr val="f03b5e"/>
              </a:buClr>
              <a:buFont typeface="Wingdings 2" charset="2"/>
              <a:buChar char=""/>
            </a:pPr>
            <a:r>
              <a:rPr lang="en-IN" sz="1800" b="0" u="none" strike="noStrike">
                <a:solidFill>
                  <a:srgbClr val="ffffff"/>
                </a:solidFill>
                <a:effectLst/>
                <a:uFillTx/>
                <a:latin typeface="Century Gothic"/>
                <a:ea typeface="DejaVu Sans"/>
              </a:rPr>
              <a:t>To obtain the minimum and maximum values of the timing and power of the selected standard cell from the lookup table in an instant.</a:t>
            </a:r>
            <a:endParaRPr lang="en-US" sz="1800" b="0" u="none" strike="noStrike">
              <a:solidFill>
                <a:srgbClr val="ffffff"/>
              </a:solidFill>
              <a:effectLst/>
              <a:uFillTx/>
              <a:latin typeface="Noto Serif"/>
            </a:endParaRPr>
          </a:p>
          <a:p>
            <a:pPr marL="343080" indent="-342360">
              <a:lnSpc>
                <a:spcPct val="100000"/>
              </a:lnSpc>
              <a:spcBef>
                <a:spcPts val="360"/>
              </a:spcBef>
              <a:spcAft>
                <a:spcPts val="601"/>
              </a:spcAft>
              <a:buClr>
                <a:srgbClr val="f03b5e"/>
              </a:buClr>
              <a:buFont typeface="Wingdings 2" charset="2"/>
              <a:buChar char=""/>
            </a:pPr>
            <a:r>
              <a:rPr lang="en-IN" sz="1800" b="0" u="none" strike="noStrike">
                <a:solidFill>
                  <a:srgbClr val="ffffff"/>
                </a:solidFill>
                <a:effectLst/>
                <a:uFillTx/>
                <a:latin typeface="Century Gothic"/>
                <a:ea typeface="DejaVu Sans"/>
              </a:rPr>
              <a:t>Enables the user to obtain the specifications of the desired Standard cell without opening and searching the file each and every time.</a:t>
            </a:r>
            <a:endParaRPr lang="en-US" sz="1800" b="0" u="none" strike="noStrike">
              <a:solidFill>
                <a:srgbClr val="ffffff"/>
              </a:solidFill>
              <a:effectLst/>
              <a:uFillTx/>
              <a:latin typeface="Noto Serif"/>
            </a:endParaRPr>
          </a:p>
          <a:p>
            <a:pPr marL="343080" indent="-342360">
              <a:lnSpc>
                <a:spcPct val="100000"/>
              </a:lnSpc>
              <a:spcBef>
                <a:spcPts val="360"/>
              </a:spcBef>
              <a:spcAft>
                <a:spcPts val="601"/>
              </a:spcAft>
              <a:buClr>
                <a:srgbClr val="f03b5e"/>
              </a:buClr>
              <a:buFont typeface="Wingdings 2" charset="2"/>
              <a:buChar char=""/>
            </a:pPr>
            <a:r>
              <a:rPr lang="en-IN" sz="1800" b="0" u="none" strike="noStrike">
                <a:solidFill>
                  <a:srgbClr val="ffffff"/>
                </a:solidFill>
                <a:effectLst/>
                <a:uFillTx/>
                <a:latin typeface="Century Gothic"/>
                <a:ea typeface="DejaVu Sans"/>
              </a:rPr>
              <a:t>To generate the HTML report in the background while working on the shell.</a:t>
            </a:r>
            <a:endParaRPr lang="en-US" sz="1800" b="0" u="none" strike="noStrike">
              <a:solidFill>
                <a:srgbClr val="ffffff"/>
              </a:solidFill>
              <a:effectLst/>
              <a:uFillTx/>
              <a:latin typeface="Noto Serif"/>
            </a:endParaRPr>
          </a:p>
          <a:p>
            <a:pPr marL="343080" indent="-342360">
              <a:lnSpc>
                <a:spcPct val="100000"/>
              </a:lnSpc>
              <a:spcBef>
                <a:spcPts val="360"/>
              </a:spcBef>
              <a:spcAft>
                <a:spcPts val="601"/>
              </a:spcAft>
              <a:buClr>
                <a:srgbClr val="f03b5e"/>
              </a:buClr>
              <a:buFont typeface="Wingdings 2" charset="2"/>
              <a:buChar char=""/>
            </a:pPr>
            <a:r>
              <a:rPr lang="en-IN" sz="1800" b="0" u="none" strike="noStrike">
                <a:solidFill>
                  <a:srgbClr val="ffffff"/>
                </a:solidFill>
                <a:effectLst/>
                <a:uFillTx/>
                <a:latin typeface="Century Gothic"/>
                <a:ea typeface="DejaVu Sans"/>
              </a:rPr>
              <a:t>To send the tabular HTML data in the body of email.</a:t>
            </a:r>
            <a:endParaRPr lang="en-US" sz="1800" b="0" u="none" strike="noStrike">
              <a:solidFill>
                <a:srgbClr val="ffffff"/>
              </a:solidFill>
              <a:effectLst/>
              <a:uFillTx/>
              <a:latin typeface="Noto Serif"/>
            </a:endParaRPr>
          </a:p>
          <a:p>
            <a:pPr marL="343080" indent="-342360">
              <a:lnSpc>
                <a:spcPct val="100000"/>
              </a:lnSpc>
              <a:spcBef>
                <a:spcPts val="360"/>
              </a:spcBef>
              <a:spcAft>
                <a:spcPts val="601"/>
              </a:spcAft>
              <a:buClr>
                <a:srgbClr val="f03b5e"/>
              </a:buClr>
              <a:buFont typeface="Wingdings 2" charset="2"/>
              <a:buChar char=""/>
            </a:pPr>
            <a:r>
              <a:rPr lang="en-IN" sz="1800" b="0" u="none" strike="noStrike">
                <a:solidFill>
                  <a:srgbClr val="ffffff"/>
                </a:solidFill>
                <a:effectLst/>
                <a:uFillTx/>
                <a:latin typeface="Century Gothic"/>
                <a:ea typeface="DejaVu Sans"/>
              </a:rPr>
              <a:t>To send work report form terminal via email.</a:t>
            </a:r>
            <a:endParaRPr lang="en-US" sz="1800" b="0" u="none" strike="noStrik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1" name="CustomShape 1"/>
          <p:cNvSpPr/>
          <p:nvPr/>
        </p:nvSpPr>
        <p:spPr>
          <a:xfrm>
            <a:off x="810000" y="2951280"/>
            <a:ext cx="10560240" cy="1467720"/>
          </a:xfrm>
          <a:prstGeom prst="rect">
            <a:avLst/>
          </a:prstGeom>
          <a:noFill/>
          <a:ln w="0">
            <a:noFill/>
          </a:ln>
          <a:effectLst>
            <a:outerShdw dir="0" dist="0">
              <a:srgbClr val="000000">
                <a:alpha val="60000"/>
              </a:srgbClr>
            </a:outerShdw>
          </a:effectLst>
        </p:spPr>
        <p:style>
          <a:lnRef idx="0"/>
          <a:fillRef idx="0"/>
          <a:effectRef idx="0"/>
          <a:fontRef idx="minor"/>
        </p:style>
        <p:txBody>
          <a:bodyPr lIns="90000" rIns="90000" tIns="45000" bIns="45000" anchor="b">
            <a:noAutofit/>
          </a:bodyPr>
          <a:p>
            <a:pPr algn="r">
              <a:lnSpc>
                <a:spcPct val="100000"/>
              </a:lnSpc>
            </a:pPr>
            <a:r>
              <a:rPr lang="en-IN" sz="4800" b="1" u="none" strike="noStrike">
                <a:solidFill>
                  <a:srgbClr val="fefefe"/>
                </a:solidFill>
                <a:effectLst/>
                <a:uFillTx/>
                <a:latin typeface="Century Gothic"/>
                <a:ea typeface="DejaVu Sans"/>
              </a:rPr>
              <a:t>DEBUGGING</a:t>
            </a:r>
            <a:endParaRPr lang="en-US" sz="4800" b="0" u="none" strike="noStrike">
              <a:solidFill>
                <a:srgbClr val="ffffff"/>
              </a:solidFill>
              <a:effectLst/>
              <a:uFillTx/>
              <a:latin typeface="Noto Serif"/>
            </a:endParaRPr>
          </a:p>
        </p:txBody>
      </p:sp>
      <p:sp>
        <p:nvSpPr>
          <p:cNvPr id="352" name="CustomShape 2"/>
          <p:cNvSpPr/>
          <p:nvPr/>
        </p:nvSpPr>
        <p:spPr>
          <a:xfrm>
            <a:off x="810000" y="5548680"/>
            <a:ext cx="10560240" cy="618120"/>
          </a:xfrm>
          <a:prstGeom prst="rect">
            <a:avLst/>
          </a:prstGeom>
          <a:noFill/>
          <a:ln w="0">
            <a:noFill/>
          </a:ln>
          <a:effectLst>
            <a:outerShdw dir="0" dist="0">
              <a:srgbClr val="000000">
                <a:alpha val="40000"/>
              </a:srgbClr>
            </a:outerShdw>
          </a:effectLst>
        </p:spPr>
        <p:style>
          <a:lnRef idx="0"/>
          <a:fillRef idx="0"/>
          <a:effectRef idx="0"/>
          <a:fontRef idx="minor"/>
        </p:style>
        <p:txBody>
          <a:bodyPr lIns="90000" rIns="90000" tIns="45000" bIns="45000" anchor="t">
            <a:noAutofit/>
          </a:bodyPr>
          <a:p>
            <a:pPr algn="r">
              <a:lnSpc>
                <a:spcPct val="100000"/>
              </a:lnSpc>
              <a:spcBef>
                <a:spcPts val="360"/>
              </a:spcBef>
              <a:spcAft>
                <a:spcPts val="601"/>
              </a:spcAft>
            </a:pPr>
            <a:r>
              <a:rPr lang="en-IN" sz="1800" b="0" u="none" strike="noStrike">
                <a:solidFill>
                  <a:srgbClr val="ffffff"/>
                </a:solidFill>
                <a:effectLst/>
                <a:uFillTx/>
                <a:latin typeface="Century Gothic"/>
                <a:ea typeface="DejaVu Sans"/>
              </a:rPr>
              <a:t>We came across multiple problems while working on this projects, here we highlight some of those bugs with solutions</a:t>
            </a:r>
            <a:endParaRPr lang="en-US" sz="1800" b="0" u="none" strike="noStrik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CustomShape 1"/>
          <p:cNvSpPr/>
          <p:nvPr/>
        </p:nvSpPr>
        <p:spPr>
          <a:xfrm>
            <a:off x="918000" y="447120"/>
            <a:ext cx="10571040" cy="969480"/>
          </a:xfrm>
          <a:prstGeom prst="rect">
            <a:avLst/>
          </a:prstGeom>
          <a:noFill/>
          <a:ln w="0">
            <a:noFill/>
          </a:ln>
          <a:effectLst>
            <a:outerShdw dir="0" dist="0">
              <a:srgbClr val="000000">
                <a:alpha val="60000"/>
              </a:srgbClr>
            </a:outerShdw>
          </a:effectLst>
        </p:spPr>
        <p:style>
          <a:lnRef idx="0"/>
          <a:fillRef idx="0"/>
          <a:effectRef idx="0"/>
          <a:fontRef idx="minor"/>
        </p:style>
        <p:txBody>
          <a:bodyPr lIns="90000" rIns="90000" tIns="45000" bIns="45000" anchor="b">
            <a:noAutofit/>
          </a:bodyPr>
          <a:p>
            <a:pPr>
              <a:lnSpc>
                <a:spcPct val="100000"/>
              </a:lnSpc>
            </a:pPr>
            <a:r>
              <a:rPr lang="en-IN" sz="4000" b="1" u="none" strike="noStrike">
                <a:solidFill>
                  <a:srgbClr val="fefefe"/>
                </a:solidFill>
                <a:effectLst/>
                <a:uFillTx/>
                <a:latin typeface="Century Gothic"/>
                <a:ea typeface="DejaVu Sans"/>
              </a:rPr>
              <a:t>Problem we Faced</a:t>
            </a:r>
            <a:endParaRPr lang="en-US" sz="4000" b="0" u="none" strike="noStrike">
              <a:solidFill>
                <a:srgbClr val="ffffff"/>
              </a:solidFill>
              <a:effectLst/>
              <a:uFillTx/>
              <a:latin typeface="Noto Serif"/>
            </a:endParaRPr>
          </a:p>
        </p:txBody>
      </p:sp>
      <p:sp>
        <p:nvSpPr>
          <p:cNvPr id="354" name="CustomShape 2"/>
          <p:cNvSpPr/>
          <p:nvPr/>
        </p:nvSpPr>
        <p:spPr>
          <a:xfrm>
            <a:off x="821880" y="2448000"/>
            <a:ext cx="10553400" cy="3635280"/>
          </a:xfrm>
          <a:prstGeom prst="rect">
            <a:avLst/>
          </a:prstGeom>
          <a:noFill/>
          <a:ln w="0">
            <a:noFill/>
          </a:ln>
          <a:effectLst>
            <a:outerShdw dir="0" dist="0">
              <a:srgbClr val="000000">
                <a:alpha val="40000"/>
              </a:srgbClr>
            </a:outerShdw>
          </a:effectLst>
        </p:spPr>
        <p:style>
          <a:lnRef idx="0"/>
          <a:fillRef idx="0"/>
          <a:effectRef idx="0"/>
          <a:fontRef idx="minor"/>
        </p:style>
        <p:txBody>
          <a:bodyPr lIns="90000" rIns="90000" tIns="45000" bIns="45000" anchor="ctr">
            <a:noAutofit/>
          </a:bodyPr>
          <a:p>
            <a:pPr marL="432000" indent="-323640">
              <a:lnSpc>
                <a:spcPct val="100000"/>
              </a:lnSpc>
              <a:spcBef>
                <a:spcPts val="1417"/>
              </a:spcBef>
              <a:buClr>
                <a:srgbClr val="ffffff"/>
              </a:buClr>
              <a:buSzPct val="45000"/>
              <a:buFont typeface="Wingdings" charset="2"/>
              <a:buChar char=""/>
            </a:pPr>
            <a:r>
              <a:rPr lang="en-IN" sz="1800" b="0" u="none" strike="noStrike">
                <a:solidFill>
                  <a:srgbClr val="ffffff"/>
                </a:solidFill>
                <a:effectLst/>
                <a:uFillTx/>
                <a:latin typeface="Century Gothic"/>
                <a:ea typeface="DejaVu Sans"/>
              </a:rPr>
              <a:t>To fetch the timing information for minimum and maximum values from the lookup table.</a:t>
            </a:r>
            <a:endParaRPr lang="en-US" sz="1800" b="0" u="none" strike="noStrike">
              <a:solidFill>
                <a:srgbClr val="ffffff"/>
              </a:solidFill>
              <a:effectLst/>
              <a:uFillTx/>
              <a:latin typeface="Noto Serif"/>
            </a:endParaRPr>
          </a:p>
          <a:p>
            <a:pPr marL="432000" indent="-323640">
              <a:lnSpc>
                <a:spcPct val="100000"/>
              </a:lnSpc>
              <a:spcBef>
                <a:spcPts val="1417"/>
              </a:spcBef>
              <a:buClr>
                <a:srgbClr val="ffffff"/>
              </a:buClr>
              <a:buSzPct val="45000"/>
              <a:buFont typeface="Wingdings" charset="2"/>
              <a:buChar char=""/>
            </a:pPr>
            <a:r>
              <a:rPr lang="en-IN" sz="1800" b="0" u="none" strike="noStrike">
                <a:solidFill>
                  <a:srgbClr val="ffffff"/>
                </a:solidFill>
                <a:effectLst/>
                <a:uFillTx/>
                <a:latin typeface="Century Gothic"/>
                <a:ea typeface="Noto Sans CJK SC"/>
              </a:rPr>
              <a:t>Categorization of 477 standard cell into 12 categories.</a:t>
            </a:r>
            <a:endParaRPr lang="en-US" sz="1800" b="0" u="none" strike="noStrike">
              <a:solidFill>
                <a:srgbClr val="ffffff"/>
              </a:solidFill>
              <a:effectLst/>
              <a:uFillTx/>
              <a:latin typeface="Noto Serif"/>
            </a:endParaRPr>
          </a:p>
          <a:p>
            <a:pPr marL="432000" indent="-323640">
              <a:lnSpc>
                <a:spcPct val="100000"/>
              </a:lnSpc>
              <a:spcBef>
                <a:spcPts val="1417"/>
              </a:spcBef>
              <a:buClr>
                <a:srgbClr val="ffffff"/>
              </a:buClr>
              <a:buSzPct val="45000"/>
              <a:buFont typeface="Wingdings" charset="2"/>
              <a:buChar char=""/>
            </a:pPr>
            <a:r>
              <a:rPr lang="en-IN" sz="1800" b="0" u="none" strike="noStrike">
                <a:solidFill>
                  <a:srgbClr val="ffffff"/>
                </a:solidFill>
                <a:effectLst/>
                <a:uFillTx/>
                <a:latin typeface="Century Gothic"/>
                <a:ea typeface="Noto Sans CJK SC"/>
              </a:rPr>
              <a:t>HTML Report Generation through the bash script in background, simultaneously.</a:t>
            </a:r>
            <a:endParaRPr lang="en-US" sz="1800" b="0" u="none" strike="noStrike">
              <a:solidFill>
                <a:srgbClr val="ffffff"/>
              </a:solidFill>
              <a:effectLst/>
              <a:uFillTx/>
              <a:latin typeface="Noto Serif"/>
            </a:endParaRPr>
          </a:p>
          <a:p>
            <a:pPr marL="432000" indent="-323640">
              <a:lnSpc>
                <a:spcPct val="100000"/>
              </a:lnSpc>
              <a:spcBef>
                <a:spcPts val="1417"/>
              </a:spcBef>
              <a:buClr>
                <a:srgbClr val="ffffff"/>
              </a:buClr>
              <a:buSzPct val="45000"/>
              <a:buFont typeface="Wingdings" charset="2"/>
              <a:buChar char=""/>
            </a:pPr>
            <a:r>
              <a:rPr lang="en-IN" sz="1800" b="0" u="none" strike="noStrike">
                <a:solidFill>
                  <a:srgbClr val="ffffff"/>
                </a:solidFill>
                <a:effectLst/>
                <a:uFillTx/>
                <a:latin typeface="Century Gothic"/>
                <a:ea typeface="Noto Sans CJK SC"/>
              </a:rPr>
              <a:t>To show HTML report in email body so that recipient don't need to open the file.</a:t>
            </a:r>
            <a:endParaRPr lang="en-US" sz="1800" b="0" u="none" strike="noStrike">
              <a:solidFill>
                <a:srgbClr val="ffffff"/>
              </a:solidFill>
              <a:effectLst/>
              <a:uFillTx/>
              <a:latin typeface="Noto Serif"/>
            </a:endParaRPr>
          </a:p>
          <a:p>
            <a:pPr marL="432000" indent="-323640">
              <a:lnSpc>
                <a:spcPct val="100000"/>
              </a:lnSpc>
              <a:spcBef>
                <a:spcPts val="1417"/>
              </a:spcBef>
              <a:buClr>
                <a:srgbClr val="ffffff"/>
              </a:buClr>
              <a:buSzPct val="45000"/>
              <a:buFont typeface="Wingdings" charset="2"/>
              <a:buChar char=""/>
            </a:pPr>
            <a:r>
              <a:rPr lang="en-IN" sz="1800" b="0" u="none" strike="noStrike">
                <a:solidFill>
                  <a:srgbClr val="ffffff"/>
                </a:solidFill>
                <a:effectLst/>
                <a:uFillTx/>
                <a:latin typeface="Century Gothic"/>
                <a:ea typeface="Noto Sans CJK SC"/>
              </a:rPr>
              <a:t>We also fixed the problem of exit with or without the Email option.</a:t>
            </a:r>
            <a:endParaRPr lang="en-US" sz="1800" b="0" u="none" strike="noStrik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CustomShape 1"/>
          <p:cNvSpPr/>
          <p:nvPr/>
        </p:nvSpPr>
        <p:spPr>
          <a:xfrm>
            <a:off x="810000" y="2951280"/>
            <a:ext cx="10560240" cy="1467720"/>
          </a:xfrm>
          <a:prstGeom prst="rect">
            <a:avLst/>
          </a:prstGeom>
          <a:noFill/>
          <a:ln w="0">
            <a:noFill/>
          </a:ln>
          <a:effectLst>
            <a:outerShdw dir="0" dist="0">
              <a:srgbClr val="000000">
                <a:alpha val="60000"/>
              </a:srgbClr>
            </a:outerShdw>
          </a:effectLst>
        </p:spPr>
        <p:style>
          <a:lnRef idx="0"/>
          <a:fillRef idx="0"/>
          <a:effectRef idx="0"/>
          <a:fontRef idx="minor"/>
        </p:style>
        <p:txBody>
          <a:bodyPr lIns="90000" rIns="90000" tIns="45000" bIns="45000" anchor="b">
            <a:noAutofit/>
          </a:bodyPr>
          <a:p>
            <a:pPr algn="r">
              <a:lnSpc>
                <a:spcPct val="100000"/>
              </a:lnSpc>
            </a:pPr>
            <a:r>
              <a:rPr lang="en-IN" sz="4800" b="1" u="none" strike="noStrike">
                <a:solidFill>
                  <a:srgbClr val="fefefe"/>
                </a:solidFill>
                <a:effectLst/>
                <a:uFillTx/>
                <a:latin typeface="Century Gothic"/>
                <a:ea typeface="DejaVu Sans"/>
              </a:rPr>
              <a:t>Code</a:t>
            </a:r>
            <a:endParaRPr lang="en-US" sz="4800" b="0" u="none" strike="noStrike">
              <a:solidFill>
                <a:srgbClr val="ffffff"/>
              </a:solidFill>
              <a:effectLst/>
              <a:uFillTx/>
              <a:latin typeface="Noto Serif"/>
            </a:endParaRPr>
          </a:p>
        </p:txBody>
      </p:sp>
      <p:sp>
        <p:nvSpPr>
          <p:cNvPr id="356" name="CustomShape 2"/>
          <p:cNvSpPr/>
          <p:nvPr/>
        </p:nvSpPr>
        <p:spPr>
          <a:xfrm>
            <a:off x="810000" y="5652000"/>
            <a:ext cx="10560240" cy="432720"/>
          </a:xfrm>
          <a:prstGeom prst="rect">
            <a:avLst/>
          </a:prstGeom>
          <a:noFill/>
          <a:ln w="0">
            <a:noFill/>
          </a:ln>
          <a:effectLst>
            <a:outerShdw dir="0" dist="0">
              <a:srgbClr val="000000">
                <a:alpha val="40000"/>
              </a:srgbClr>
            </a:outerShdw>
          </a:effectLst>
        </p:spPr>
        <p:style>
          <a:lnRef idx="0"/>
          <a:fillRef idx="0"/>
          <a:effectRef idx="0"/>
          <a:fontRef idx="minor"/>
        </p:style>
        <p:txBody>
          <a:bodyPr lIns="90000" rIns="90000" tIns="45000" bIns="45000" anchor="t">
            <a:noAutofit/>
          </a:bodyPr>
          <a:p>
            <a:pPr algn="r">
              <a:lnSpc>
                <a:spcPct val="100000"/>
              </a:lnSpc>
              <a:spcBef>
                <a:spcPts val="360"/>
              </a:spcBef>
              <a:spcAft>
                <a:spcPts val="601"/>
              </a:spcAft>
            </a:pPr>
            <a:r>
              <a:rPr lang="en-IN" sz="1800" b="0" u="none" strike="noStrike">
                <a:solidFill>
                  <a:srgbClr val="ffffff"/>
                </a:solidFill>
                <a:effectLst/>
                <a:uFillTx/>
                <a:latin typeface="Century Gothic"/>
                <a:ea typeface="DejaVu Sans"/>
              </a:rPr>
              <a:t>Our shell script and HTML codes are as follows</a:t>
            </a:r>
            <a:endParaRPr lang="en-US" sz="1800" b="0" u="none" strike="noStrik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CustomShape 1"/>
          <p:cNvSpPr/>
          <p:nvPr/>
        </p:nvSpPr>
        <p:spPr>
          <a:xfrm>
            <a:off x="810000" y="447120"/>
            <a:ext cx="10571040" cy="969480"/>
          </a:xfrm>
          <a:prstGeom prst="rect">
            <a:avLst/>
          </a:prstGeom>
          <a:noFill/>
          <a:ln w="0">
            <a:noFill/>
          </a:ln>
          <a:effectLst>
            <a:outerShdw dir="0" dist="0">
              <a:srgbClr val="000000">
                <a:alpha val="60000"/>
              </a:srgbClr>
            </a:outerShdw>
          </a:effectLst>
        </p:spPr>
        <p:style>
          <a:lnRef idx="0"/>
          <a:fillRef idx="0"/>
          <a:effectRef idx="0"/>
          <a:fontRef idx="minor"/>
        </p:style>
        <p:txBody>
          <a:bodyPr lIns="90000" rIns="90000" tIns="45000" bIns="45000" anchor="b">
            <a:noAutofit/>
          </a:bodyPr>
          <a:p>
            <a:pPr>
              <a:lnSpc>
                <a:spcPct val="100000"/>
              </a:lnSpc>
            </a:pPr>
            <a:r>
              <a:rPr lang="en-IN" sz="4000" b="1" u="none" strike="noStrike">
                <a:solidFill>
                  <a:srgbClr val="fefefe"/>
                </a:solidFill>
                <a:effectLst/>
                <a:uFillTx/>
                <a:latin typeface="Century Gothic"/>
                <a:ea typeface="DejaVu Sans"/>
              </a:rPr>
              <a:t>SHELL SCRIPT</a:t>
            </a:r>
            <a:endParaRPr lang="en-US" sz="4000" b="0" u="none" strike="noStrike">
              <a:solidFill>
                <a:srgbClr val="ffffff"/>
              </a:solidFill>
              <a:effectLst/>
              <a:uFillTx/>
              <a:latin typeface="Noto Serif"/>
            </a:endParaRPr>
          </a:p>
        </p:txBody>
      </p:sp>
      <p:pic>
        <p:nvPicPr>
          <p:cNvPr id="358" name="Content Placeholder 3"/>
          <p:cNvPicPr/>
          <p:nvPr/>
        </p:nvPicPr>
        <p:blipFill>
          <a:blip r:embed="rId1"/>
          <a:stretch/>
        </p:blipFill>
        <p:spPr>
          <a:xfrm>
            <a:off x="3168000" y="2051280"/>
            <a:ext cx="8152200" cy="4284000"/>
          </a:xfrm>
          <a:prstGeom prst="rect">
            <a:avLst/>
          </a:prstGeom>
          <a:noFill/>
          <a:ln w="0">
            <a:noFill/>
          </a:ln>
          <a:effectLst>
            <a:outerShdw blurRad="50760" dir="0">
              <a:srgbClr val="000000">
                <a:alpha val="40000"/>
              </a:srgbClr>
            </a:outerShdw>
          </a:effectLst>
        </p:spPr>
      </p:pic>
      <p:sp>
        <p:nvSpPr>
          <p:cNvPr id="359" name="CustomShape 2"/>
          <p:cNvSpPr/>
          <p:nvPr/>
        </p:nvSpPr>
        <p:spPr>
          <a:xfrm>
            <a:off x="236880" y="2659320"/>
            <a:ext cx="2570400" cy="363960"/>
          </a:xfrm>
          <a:prstGeom prst="rect">
            <a:avLst/>
          </a:prstGeom>
          <a:noFill/>
          <a:ln w="0">
            <a:noFill/>
          </a:ln>
        </p:spPr>
        <p:style>
          <a:lnRef idx="0"/>
          <a:fillRef idx="0"/>
          <a:effectRef idx="0"/>
          <a:fontRef idx="minor"/>
        </p:style>
        <p:txBody>
          <a:bodyPr lIns="90000" rIns="90000" tIns="45000" bIns="45000" anchor="t">
            <a:noAutofit/>
          </a:bodyPr>
          <a:p>
            <a:endParaRPr lang="en-US" sz="1800" b="0" u="none" strike="noStrike">
              <a:solidFill>
                <a:srgbClr val="ffffff"/>
              </a:solidFill>
              <a:effectLst/>
              <a:uFillTx/>
              <a:latin typeface="Noto Serif"/>
            </a:endParaRPr>
          </a:p>
        </p:txBody>
      </p:sp>
      <p:sp>
        <p:nvSpPr>
          <p:cNvPr id="360" name="CustomShape 3"/>
          <p:cNvSpPr/>
          <p:nvPr/>
        </p:nvSpPr>
        <p:spPr>
          <a:xfrm>
            <a:off x="135360" y="2520000"/>
            <a:ext cx="3823920" cy="1186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lang="en-IN" sz="1800" b="0" u="none" strike="noStrike">
                <a:solidFill>
                  <a:srgbClr val="ffffff"/>
                </a:solidFill>
                <a:effectLst/>
                <a:uFillTx/>
                <a:latin typeface="Century Gothic"/>
                <a:ea typeface="DejaVu Sans"/>
              </a:rPr>
              <a:t>Code to print Model </a:t>
            </a:r>
            <a:endParaRPr lang="en-US" sz="1800" b="0" u="none" strike="noStrike">
              <a:solidFill>
                <a:srgbClr val="ffffff"/>
              </a:solidFill>
              <a:effectLst/>
              <a:uFillTx/>
              <a:latin typeface="Noto Serif"/>
            </a:endParaRPr>
          </a:p>
          <a:p>
            <a:pPr>
              <a:lnSpc>
                <a:spcPct val="100000"/>
              </a:lnSpc>
            </a:pPr>
            <a:r>
              <a:rPr lang="en-IN" sz="1800" b="0" u="none" strike="noStrike">
                <a:solidFill>
                  <a:srgbClr val="ffffff"/>
                </a:solidFill>
                <a:effectLst/>
                <a:uFillTx/>
                <a:latin typeface="Century Gothic"/>
                <a:ea typeface="DejaVu Sans"/>
              </a:rPr>
              <a:t>and Units from the .lib file</a:t>
            </a:r>
            <a:endParaRPr lang="en-US" sz="1800" b="0" u="none" strike="noStrike">
              <a:solidFill>
                <a:srgbClr val="ffffff"/>
              </a:solidFill>
              <a:effectLst/>
              <a:uFillTx/>
              <a:latin typeface="Noto Serif"/>
            </a:endParaRPr>
          </a:p>
          <a:p>
            <a:pPr>
              <a:lnSpc>
                <a:spcPct val="100000"/>
              </a:lnSpc>
            </a:pPr>
            <a:r>
              <a:rPr lang="en-IN" sz="1800" b="0" u="none" strike="noStrike">
                <a:solidFill>
                  <a:srgbClr val="ffffff"/>
                </a:solidFill>
                <a:effectLst/>
                <a:uFillTx/>
                <a:latin typeface="Century Gothic"/>
                <a:ea typeface="DejaVu Sans"/>
              </a:rPr>
              <a:t>Which is common for all </a:t>
            </a:r>
            <a:endParaRPr lang="en-US" sz="1800" b="0" u="none" strike="noStrike">
              <a:solidFill>
                <a:srgbClr val="ffffff"/>
              </a:solidFill>
              <a:effectLst/>
              <a:uFillTx/>
              <a:latin typeface="Noto Serif"/>
            </a:endParaRPr>
          </a:p>
          <a:p>
            <a:pPr>
              <a:lnSpc>
                <a:spcPct val="100000"/>
              </a:lnSpc>
            </a:pPr>
            <a:r>
              <a:rPr lang="en-IN" sz="1800" b="0" u="none" strike="noStrike">
                <a:solidFill>
                  <a:srgbClr val="ffffff"/>
                </a:solidFill>
                <a:effectLst/>
                <a:uFillTx/>
                <a:latin typeface="Century Gothic"/>
                <a:ea typeface="DejaVu Sans"/>
              </a:rPr>
              <a:t>Standard cell .</a:t>
            </a:r>
            <a:endParaRPr lang="en-US" sz="1800" b="0" u="none" strike="noStrik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61" name="Picture 1"/>
          <p:cNvPicPr/>
          <p:nvPr/>
        </p:nvPicPr>
        <p:blipFill>
          <a:blip r:embed="rId1"/>
          <a:stretch/>
        </p:blipFill>
        <p:spPr>
          <a:xfrm>
            <a:off x="669240" y="1436760"/>
            <a:ext cx="10000440" cy="4504680"/>
          </a:xfrm>
          <a:prstGeom prst="rect">
            <a:avLst/>
          </a:prstGeom>
          <a:noFill/>
          <a:ln w="0">
            <a:noFill/>
          </a:ln>
        </p:spPr>
      </p:pic>
      <p:sp>
        <p:nvSpPr>
          <p:cNvPr id="362" name="CustomShape 1"/>
          <p:cNvSpPr/>
          <p:nvPr/>
        </p:nvSpPr>
        <p:spPr>
          <a:xfrm>
            <a:off x="669240" y="483120"/>
            <a:ext cx="3823920" cy="3639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lang="en-IN" sz="1800" b="0" u="none" strike="noStrike">
                <a:solidFill>
                  <a:srgbClr val="ffffff"/>
                </a:solidFill>
                <a:effectLst/>
                <a:uFillTx/>
                <a:latin typeface="Century Gothic"/>
                <a:ea typeface="DejaVu Sans"/>
              </a:rPr>
              <a:t>Code for Sending Email</a:t>
            </a:r>
            <a:endParaRPr lang="en-US" sz="1800" b="0" u="none" strike="noStrik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63" name="Picture 1"/>
          <p:cNvPicPr/>
          <p:nvPr/>
        </p:nvPicPr>
        <p:blipFill>
          <a:blip r:embed="rId1"/>
          <a:stretch/>
        </p:blipFill>
        <p:spPr>
          <a:xfrm>
            <a:off x="757440" y="836640"/>
            <a:ext cx="10272960" cy="5890680"/>
          </a:xfrm>
          <a:prstGeom prst="rect">
            <a:avLst/>
          </a:prstGeom>
          <a:noFill/>
          <a:ln w="0">
            <a:noFill/>
          </a:ln>
        </p:spPr>
      </p:pic>
      <p:sp>
        <p:nvSpPr>
          <p:cNvPr id="364" name="CustomShape 1"/>
          <p:cNvSpPr/>
          <p:nvPr/>
        </p:nvSpPr>
        <p:spPr>
          <a:xfrm>
            <a:off x="757440" y="302040"/>
            <a:ext cx="3823920" cy="3639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lang="en-IN" sz="1800" b="0" u="none" strike="noStrike">
                <a:solidFill>
                  <a:srgbClr val="ffffff"/>
                </a:solidFill>
                <a:effectLst/>
                <a:uFillTx/>
                <a:latin typeface="Century Gothic"/>
                <a:ea typeface="DejaVu Sans"/>
              </a:rPr>
              <a:t>Code for Main Menu</a:t>
            </a:r>
            <a:endParaRPr lang="en-US" sz="1800" b="0" u="none" strike="noStrik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CustomShape 1"/>
          <p:cNvSpPr/>
          <p:nvPr/>
        </p:nvSpPr>
        <p:spPr>
          <a:xfrm>
            <a:off x="810000" y="447120"/>
            <a:ext cx="10571040" cy="969480"/>
          </a:xfrm>
          <a:prstGeom prst="rect">
            <a:avLst/>
          </a:prstGeom>
          <a:noFill/>
          <a:ln w="0">
            <a:noFill/>
          </a:ln>
          <a:effectLst>
            <a:outerShdw dir="0" dist="0">
              <a:srgbClr val="000000">
                <a:alpha val="60000"/>
              </a:srgbClr>
            </a:outerShdw>
          </a:effectLst>
        </p:spPr>
        <p:style>
          <a:lnRef idx="0"/>
          <a:fillRef idx="0"/>
          <a:effectRef idx="0"/>
          <a:fontRef idx="minor"/>
        </p:style>
        <p:txBody>
          <a:bodyPr lIns="90000" rIns="90000" tIns="45000" bIns="45000" anchor="b">
            <a:noAutofit/>
          </a:bodyPr>
          <a:p>
            <a:pPr>
              <a:lnSpc>
                <a:spcPct val="100000"/>
              </a:lnSpc>
            </a:pPr>
            <a:r>
              <a:rPr lang="en-IN" sz="4000" b="1" u="none" strike="noStrike">
                <a:solidFill>
                  <a:srgbClr val="fefefe"/>
                </a:solidFill>
                <a:effectLst/>
                <a:uFillTx/>
                <a:latin typeface="Century Gothic"/>
                <a:ea typeface="DejaVu Sans"/>
              </a:rPr>
              <a:t>HTML Report</a:t>
            </a:r>
            <a:endParaRPr lang="en-US" sz="4000" b="0" u="none" strike="noStrike">
              <a:solidFill>
                <a:srgbClr val="ffffff"/>
              </a:solidFill>
              <a:effectLst/>
              <a:uFillTx/>
              <a:latin typeface="Noto Serif"/>
            </a:endParaRPr>
          </a:p>
        </p:txBody>
      </p:sp>
      <p:pic>
        <p:nvPicPr>
          <p:cNvPr id="366" name="Picture 3"/>
          <p:cNvPicPr/>
          <p:nvPr/>
        </p:nvPicPr>
        <p:blipFill>
          <a:blip r:embed="rId1"/>
          <a:stretch/>
        </p:blipFill>
        <p:spPr>
          <a:xfrm>
            <a:off x="810000" y="2340720"/>
            <a:ext cx="9991080" cy="3686760"/>
          </a:xfrm>
          <a:prstGeom prst="rect">
            <a:avLst/>
          </a:prstGeom>
          <a:noFill/>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7" name="CustomShape 1"/>
          <p:cNvSpPr/>
          <p:nvPr/>
        </p:nvSpPr>
        <p:spPr>
          <a:xfrm>
            <a:off x="810000" y="447120"/>
            <a:ext cx="10571040" cy="969480"/>
          </a:xfrm>
          <a:prstGeom prst="rect">
            <a:avLst/>
          </a:prstGeom>
          <a:noFill/>
          <a:ln w="0">
            <a:noFill/>
          </a:ln>
          <a:effectLst>
            <a:outerShdw dir="0" dist="0">
              <a:srgbClr val="000000">
                <a:alpha val="60000"/>
              </a:srgbClr>
            </a:outerShdw>
          </a:effectLst>
        </p:spPr>
        <p:style>
          <a:lnRef idx="0"/>
          <a:fillRef idx="0"/>
          <a:effectRef idx="0"/>
          <a:fontRef idx="minor"/>
        </p:style>
        <p:txBody>
          <a:bodyPr lIns="90000" rIns="90000" tIns="45000" bIns="45000" anchor="b">
            <a:noAutofit/>
          </a:bodyPr>
          <a:p>
            <a:pPr>
              <a:lnSpc>
                <a:spcPct val="100000"/>
              </a:lnSpc>
            </a:pPr>
            <a:r>
              <a:rPr lang="en-IN" sz="4000" b="1" u="none" strike="noStrike">
                <a:solidFill>
                  <a:srgbClr val="fefefe"/>
                </a:solidFill>
                <a:effectLst/>
                <a:uFillTx/>
                <a:latin typeface="Century Gothic"/>
                <a:ea typeface="DejaVu Sans"/>
              </a:rPr>
              <a:t>HTML code of report generated at the end</a:t>
            </a:r>
            <a:endParaRPr lang="en-US" sz="4000" b="0" u="none" strike="noStrike">
              <a:solidFill>
                <a:srgbClr val="ffffff"/>
              </a:solidFill>
              <a:effectLst/>
              <a:uFillTx/>
              <a:latin typeface="Noto Serif"/>
            </a:endParaRPr>
          </a:p>
        </p:txBody>
      </p:sp>
      <p:pic>
        <p:nvPicPr>
          <p:cNvPr id="368" name="Picture 3"/>
          <p:cNvPicPr/>
          <p:nvPr/>
        </p:nvPicPr>
        <p:blipFill>
          <a:blip r:embed="rId1"/>
          <a:srcRect l="0" t="0" r="0" b="22885"/>
          <a:stretch/>
        </p:blipFill>
        <p:spPr>
          <a:xfrm>
            <a:off x="2853000" y="1915200"/>
            <a:ext cx="6531480" cy="4836240"/>
          </a:xfrm>
          <a:prstGeom prst="rect">
            <a:avLst/>
          </a:prstGeom>
          <a:noFill/>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9" name="CustomShape 1"/>
          <p:cNvSpPr/>
          <p:nvPr/>
        </p:nvSpPr>
        <p:spPr>
          <a:xfrm>
            <a:off x="810000" y="2951280"/>
            <a:ext cx="10560240" cy="1467720"/>
          </a:xfrm>
          <a:prstGeom prst="rect">
            <a:avLst/>
          </a:prstGeom>
          <a:noFill/>
          <a:ln w="0">
            <a:noFill/>
          </a:ln>
          <a:effectLst>
            <a:outerShdw dir="0" dist="0">
              <a:srgbClr val="000000">
                <a:alpha val="60000"/>
              </a:srgbClr>
            </a:outerShdw>
          </a:effectLst>
        </p:spPr>
        <p:style>
          <a:lnRef idx="0"/>
          <a:fillRef idx="0"/>
          <a:effectRef idx="0"/>
          <a:fontRef idx="minor"/>
        </p:style>
        <p:txBody>
          <a:bodyPr lIns="90000" rIns="90000" tIns="45000" bIns="45000" anchor="b">
            <a:noAutofit/>
          </a:bodyPr>
          <a:p>
            <a:pPr algn="r">
              <a:lnSpc>
                <a:spcPct val="100000"/>
              </a:lnSpc>
            </a:pPr>
            <a:r>
              <a:rPr lang="en-IN" sz="4800" b="1" u="none" strike="noStrike">
                <a:solidFill>
                  <a:srgbClr val="fefefe"/>
                </a:solidFill>
                <a:effectLst/>
                <a:uFillTx/>
                <a:latin typeface="Century Gothic"/>
                <a:ea typeface="DejaVu Sans"/>
              </a:rPr>
              <a:t>OUTPUTS</a:t>
            </a:r>
            <a:endParaRPr lang="en-US" sz="4800" b="0" u="none" strike="noStrike">
              <a:solidFill>
                <a:srgbClr val="ffffff"/>
              </a:solidFill>
              <a:effectLst/>
              <a:uFillTx/>
              <a:latin typeface="Noto Serif"/>
            </a:endParaRPr>
          </a:p>
        </p:txBody>
      </p:sp>
      <p:sp>
        <p:nvSpPr>
          <p:cNvPr id="370" name="CustomShape 2"/>
          <p:cNvSpPr/>
          <p:nvPr/>
        </p:nvSpPr>
        <p:spPr>
          <a:xfrm>
            <a:off x="810000" y="5281200"/>
            <a:ext cx="10560240" cy="432720"/>
          </a:xfrm>
          <a:prstGeom prst="rect">
            <a:avLst/>
          </a:prstGeom>
          <a:noFill/>
          <a:ln w="0">
            <a:noFill/>
          </a:ln>
          <a:effectLst>
            <a:outerShdw dir="0" dist="0">
              <a:srgbClr val="000000">
                <a:alpha val="40000"/>
              </a:srgbClr>
            </a:outerShdw>
          </a:effectLst>
        </p:spPr>
        <p:style>
          <a:lnRef idx="0"/>
          <a:fillRef idx="0"/>
          <a:effectRef idx="0"/>
          <a:fontRef idx="minor"/>
        </p:style>
        <p:txBody>
          <a:bodyPr lIns="90000" rIns="90000" tIns="45000" bIns="45000" anchor="t">
            <a:noAutofit/>
          </a:bodyPr>
          <a:p>
            <a:pPr algn="r">
              <a:lnSpc>
                <a:spcPct val="100000"/>
              </a:lnSpc>
              <a:spcBef>
                <a:spcPts val="360"/>
              </a:spcBef>
              <a:spcAft>
                <a:spcPts val="601"/>
              </a:spcAft>
            </a:pPr>
            <a:r>
              <a:rPr lang="en-IN" sz="1800" b="0" u="none" strike="noStrike">
                <a:solidFill>
                  <a:srgbClr val="ffffff"/>
                </a:solidFill>
                <a:effectLst/>
                <a:uFillTx/>
                <a:latin typeface="Century Gothic"/>
                <a:ea typeface="DejaVu Sans"/>
              </a:rPr>
              <a:t>Here are the outputs of script in terminal and the tabulated email</a:t>
            </a:r>
            <a:endParaRPr lang="en-US" sz="1800" b="0" u="none" strike="noStrik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 name="CustomShape 1"/>
          <p:cNvSpPr/>
          <p:nvPr/>
        </p:nvSpPr>
        <p:spPr>
          <a:xfrm>
            <a:off x="276120" y="317160"/>
            <a:ext cx="3823920" cy="516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lang="en-IN" sz="2800" b="1" u="none" strike="noStrike">
                <a:solidFill>
                  <a:srgbClr val="ffffff"/>
                </a:solidFill>
                <a:effectLst/>
                <a:uFillTx/>
                <a:latin typeface="Century Gothic"/>
                <a:ea typeface="DejaVu Sans"/>
              </a:rPr>
              <a:t>SCRIPT OUTPUT</a:t>
            </a:r>
            <a:endParaRPr lang="en-US" sz="2800" b="0" u="none" strike="noStrike">
              <a:solidFill>
                <a:srgbClr val="ffffff"/>
              </a:solidFill>
              <a:effectLst/>
              <a:uFillTx/>
              <a:latin typeface="Noto Serif"/>
            </a:endParaRPr>
          </a:p>
        </p:txBody>
      </p:sp>
      <p:pic>
        <p:nvPicPr>
          <p:cNvPr id="372" name="Picture 2"/>
          <p:cNvPicPr/>
          <p:nvPr/>
        </p:nvPicPr>
        <p:blipFill>
          <a:blip r:embed="rId1"/>
          <a:srcRect l="0" t="0" r="1045" b="0"/>
          <a:stretch/>
        </p:blipFill>
        <p:spPr>
          <a:xfrm>
            <a:off x="276120" y="2541960"/>
            <a:ext cx="11696400" cy="3142080"/>
          </a:xfrm>
          <a:prstGeom prst="rect">
            <a:avLst/>
          </a:prstGeom>
          <a:noFill/>
          <a:ln w="0">
            <a:noFill/>
          </a:ln>
        </p:spPr>
      </p:pic>
      <p:sp>
        <p:nvSpPr>
          <p:cNvPr id="373" name="CustomShape 2"/>
          <p:cNvSpPr/>
          <p:nvPr/>
        </p:nvSpPr>
        <p:spPr>
          <a:xfrm>
            <a:off x="276120" y="1008360"/>
            <a:ext cx="9385920" cy="455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lang="en-IN" sz="2400" b="0" u="none" strike="noStrike">
                <a:solidFill>
                  <a:srgbClr val="ffffff"/>
                </a:solidFill>
                <a:effectLst/>
                <a:uFillTx/>
                <a:latin typeface="Century Gothic"/>
                <a:ea typeface="DejaVu Sans"/>
              </a:rPr>
              <a:t>We highlight our script output frame by frame.</a:t>
            </a:r>
            <a:endParaRPr lang="en-US" sz="2400" b="0" u="none" strike="noStrike">
              <a:solidFill>
                <a:srgbClr val="ffffff"/>
              </a:solidFill>
              <a:effectLst/>
              <a:uFillTx/>
              <a:latin typeface="Noto Serif"/>
            </a:endParaRPr>
          </a:p>
        </p:txBody>
      </p:sp>
      <p:sp>
        <p:nvSpPr>
          <p:cNvPr id="374" name="CustomShape 3"/>
          <p:cNvSpPr/>
          <p:nvPr/>
        </p:nvSpPr>
        <p:spPr>
          <a:xfrm>
            <a:off x="276120" y="1805760"/>
            <a:ext cx="9385920" cy="394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lang="en-IN" sz="2000" b="1" u="none" strike="noStrike">
                <a:solidFill>
                  <a:srgbClr val="ffffff"/>
                </a:solidFill>
                <a:effectLst/>
                <a:uFillTx/>
                <a:latin typeface="Century Gothic"/>
                <a:ea typeface="DejaVu Sans"/>
              </a:rPr>
              <a:t>This is the main menu.</a:t>
            </a:r>
            <a:endParaRPr lang="en-US" sz="2000" b="0" u="none" strike="noStrik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75" name="Picture 1"/>
          <p:cNvPicPr/>
          <p:nvPr/>
        </p:nvPicPr>
        <p:blipFill>
          <a:blip r:embed="rId1"/>
          <a:srcRect l="0" t="0" r="1113" b="0"/>
          <a:stretch/>
        </p:blipFill>
        <p:spPr>
          <a:xfrm>
            <a:off x="310680" y="673560"/>
            <a:ext cx="11515320" cy="6056280"/>
          </a:xfrm>
          <a:prstGeom prst="rect">
            <a:avLst/>
          </a:prstGeom>
          <a:noFill/>
          <a:ln w="0">
            <a:noFill/>
          </a:ln>
        </p:spPr>
      </p:pic>
      <p:sp>
        <p:nvSpPr>
          <p:cNvPr id="376" name="CustomShape 1"/>
          <p:cNvSpPr/>
          <p:nvPr/>
        </p:nvSpPr>
        <p:spPr>
          <a:xfrm>
            <a:off x="310680" y="160920"/>
            <a:ext cx="3803040" cy="69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lang="en-IN" sz="2000" b="1" u="none" strike="noStrike">
                <a:solidFill>
                  <a:srgbClr val="ffffff"/>
                </a:solidFill>
                <a:effectLst/>
                <a:uFillTx/>
                <a:latin typeface="Century Gothic"/>
                <a:ea typeface="DejaVu Sans"/>
              </a:rPr>
              <a:t>Worst Case Option Selected</a:t>
            </a:r>
            <a:endParaRPr lang="en-US" sz="2000" b="0" u="none" strike="noStrik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77" name="Picture 1"/>
          <p:cNvPicPr/>
          <p:nvPr/>
        </p:nvPicPr>
        <p:blipFill>
          <a:blip r:embed="rId1"/>
          <a:srcRect l="0" t="0" r="2147" b="0"/>
          <a:stretch/>
        </p:blipFill>
        <p:spPr>
          <a:xfrm>
            <a:off x="129240" y="1006920"/>
            <a:ext cx="11929320" cy="5447160"/>
          </a:xfrm>
          <a:prstGeom prst="rect">
            <a:avLst/>
          </a:prstGeom>
          <a:noFill/>
          <a:ln w="0">
            <a:noFill/>
          </a:ln>
        </p:spPr>
      </p:pic>
      <p:sp>
        <p:nvSpPr>
          <p:cNvPr id="378" name="CustomShape 1"/>
          <p:cNvSpPr/>
          <p:nvPr/>
        </p:nvSpPr>
        <p:spPr>
          <a:xfrm>
            <a:off x="129240" y="299160"/>
            <a:ext cx="5028120" cy="69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lang="en-IN" sz="2000" b="1" u="none" strike="noStrike">
                <a:solidFill>
                  <a:srgbClr val="ffffff"/>
                </a:solidFill>
                <a:effectLst/>
                <a:uFillTx/>
                <a:latin typeface="Century Gothic"/>
                <a:ea typeface="DejaVu Sans"/>
              </a:rPr>
              <a:t>Selecting Standard Cell Type : INV</a:t>
            </a:r>
            <a:endParaRPr lang="en-US" sz="2000" b="0" u="none" strike="noStrik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79" name="Picture 1"/>
          <p:cNvPicPr/>
          <p:nvPr/>
        </p:nvPicPr>
        <p:blipFill>
          <a:blip r:embed="rId1"/>
          <a:srcRect l="0" t="0" r="2572" b="0"/>
          <a:stretch/>
        </p:blipFill>
        <p:spPr>
          <a:xfrm>
            <a:off x="137880" y="1369440"/>
            <a:ext cx="11877480" cy="4618440"/>
          </a:xfrm>
          <a:prstGeom prst="rect">
            <a:avLst/>
          </a:prstGeom>
          <a:noFill/>
          <a:ln w="0">
            <a:noFill/>
          </a:ln>
        </p:spPr>
      </p:pic>
      <p:sp>
        <p:nvSpPr>
          <p:cNvPr id="380" name="CustomShape 1"/>
          <p:cNvSpPr/>
          <p:nvPr/>
        </p:nvSpPr>
        <p:spPr>
          <a:xfrm>
            <a:off x="137880" y="592200"/>
            <a:ext cx="9981360" cy="69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lang="en-IN" sz="2000" b="1" u="none" strike="noStrike">
                <a:solidFill>
                  <a:srgbClr val="ffffff"/>
                </a:solidFill>
                <a:effectLst/>
                <a:uFillTx/>
                <a:latin typeface="Century Gothic"/>
                <a:ea typeface="DejaVu Sans"/>
              </a:rPr>
              <a:t>Selecting Cell Name with the particular drive strength from the available list</a:t>
            </a:r>
            <a:endParaRPr lang="en-US" sz="2000" b="0" u="none" strike="noStrik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81" name="Picture 1"/>
          <p:cNvPicPr/>
          <p:nvPr/>
        </p:nvPicPr>
        <p:blipFill>
          <a:blip r:embed="rId1"/>
          <a:srcRect l="0" t="0" r="32784" b="0"/>
          <a:stretch/>
        </p:blipFill>
        <p:spPr>
          <a:xfrm>
            <a:off x="526320" y="1256040"/>
            <a:ext cx="8193960" cy="5190120"/>
          </a:xfrm>
          <a:prstGeom prst="rect">
            <a:avLst/>
          </a:prstGeom>
          <a:noFill/>
          <a:ln w="0">
            <a:noFill/>
          </a:ln>
        </p:spPr>
      </p:pic>
      <p:sp>
        <p:nvSpPr>
          <p:cNvPr id="382" name="CustomShape 1"/>
          <p:cNvSpPr/>
          <p:nvPr/>
        </p:nvSpPr>
        <p:spPr>
          <a:xfrm>
            <a:off x="526320" y="523440"/>
            <a:ext cx="6132240" cy="69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lang="en-IN" sz="2000" b="1" u="none" strike="noStrike">
                <a:solidFill>
                  <a:srgbClr val="ffffff"/>
                </a:solidFill>
                <a:effectLst/>
                <a:uFillTx/>
                <a:latin typeface="Century Gothic"/>
                <a:ea typeface="DejaVu Sans"/>
              </a:rPr>
              <a:t>Displaying Initial Information of Model and Units</a:t>
            </a:r>
            <a:endParaRPr lang="en-US" sz="2000" b="0" u="none" strike="noStrik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83" name="Picture 1"/>
          <p:cNvPicPr/>
          <p:nvPr/>
        </p:nvPicPr>
        <p:blipFill>
          <a:blip r:embed="rId1"/>
          <a:srcRect l="0" t="0" r="31792" b="0"/>
          <a:stretch/>
        </p:blipFill>
        <p:spPr>
          <a:xfrm>
            <a:off x="431280" y="1639080"/>
            <a:ext cx="8314920" cy="3837600"/>
          </a:xfrm>
          <a:prstGeom prst="rect">
            <a:avLst/>
          </a:prstGeom>
          <a:noFill/>
          <a:ln w="0">
            <a:noFill/>
          </a:ln>
        </p:spPr>
      </p:pic>
      <p:sp>
        <p:nvSpPr>
          <p:cNvPr id="384" name="CustomShape 1"/>
          <p:cNvSpPr/>
          <p:nvPr/>
        </p:nvSpPr>
        <p:spPr>
          <a:xfrm>
            <a:off x="431280" y="972000"/>
            <a:ext cx="6926040" cy="69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lang="en-IN" sz="2000" b="1" u="none" strike="noStrike">
                <a:solidFill>
                  <a:srgbClr val="ffffff"/>
                </a:solidFill>
                <a:effectLst/>
                <a:uFillTx/>
                <a:latin typeface="Century Gothic"/>
                <a:ea typeface="DejaVu Sans"/>
              </a:rPr>
              <a:t>Displaying Initial Information of Operating Condition</a:t>
            </a:r>
            <a:endParaRPr lang="en-US" sz="2000" b="0" u="none" strike="noStrik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85" name="Picture 1"/>
          <p:cNvPicPr/>
          <p:nvPr/>
        </p:nvPicPr>
        <p:blipFill>
          <a:blip r:embed="rId1"/>
          <a:srcRect l="0" t="0" r="25423" b="0"/>
          <a:stretch/>
        </p:blipFill>
        <p:spPr>
          <a:xfrm>
            <a:off x="681480" y="1812960"/>
            <a:ext cx="9091080" cy="3351600"/>
          </a:xfrm>
          <a:prstGeom prst="rect">
            <a:avLst/>
          </a:prstGeom>
          <a:noFill/>
          <a:ln w="0">
            <a:noFill/>
          </a:ln>
        </p:spPr>
      </p:pic>
      <p:sp>
        <p:nvSpPr>
          <p:cNvPr id="386" name="CustomShape 1"/>
          <p:cNvSpPr/>
          <p:nvPr/>
        </p:nvSpPr>
        <p:spPr>
          <a:xfrm>
            <a:off x="681480" y="997920"/>
            <a:ext cx="3803040" cy="69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lang="en-IN" sz="2000" b="1" u="none" strike="noStrike">
                <a:solidFill>
                  <a:srgbClr val="ffffff"/>
                </a:solidFill>
                <a:effectLst/>
                <a:uFillTx/>
                <a:latin typeface="Century Gothic"/>
                <a:ea typeface="DejaVu Sans"/>
              </a:rPr>
              <a:t>Displaying Timing of Cells</a:t>
            </a:r>
            <a:endParaRPr lang="en-US" sz="2000" b="0" u="none" strike="noStrik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87" name="Picture 1"/>
          <p:cNvPicPr/>
          <p:nvPr/>
        </p:nvPicPr>
        <p:blipFill>
          <a:blip r:embed="rId1"/>
          <a:srcRect l="0" t="0" r="24930" b="1465"/>
          <a:stretch/>
        </p:blipFill>
        <p:spPr>
          <a:xfrm>
            <a:off x="586440" y="1956600"/>
            <a:ext cx="9151560" cy="3002400"/>
          </a:xfrm>
          <a:prstGeom prst="rect">
            <a:avLst/>
          </a:prstGeom>
          <a:noFill/>
          <a:ln w="0">
            <a:noFill/>
          </a:ln>
        </p:spPr>
      </p:pic>
      <p:sp>
        <p:nvSpPr>
          <p:cNvPr id="388" name="CustomShape 1"/>
          <p:cNvSpPr/>
          <p:nvPr/>
        </p:nvSpPr>
        <p:spPr>
          <a:xfrm>
            <a:off x="586440" y="1256760"/>
            <a:ext cx="3803040" cy="69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lang="en-IN" sz="2000" b="1" u="none" strike="noStrike">
                <a:solidFill>
                  <a:srgbClr val="ffffff"/>
                </a:solidFill>
                <a:effectLst/>
                <a:uFillTx/>
                <a:latin typeface="Century Gothic"/>
                <a:ea typeface="DejaVu Sans"/>
              </a:rPr>
              <a:t>Displaying Internal Power</a:t>
            </a:r>
            <a:endParaRPr lang="en-US" sz="2000" b="0" u="none" strike="noStrik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89" name="Picture 1"/>
          <p:cNvPicPr/>
          <p:nvPr/>
        </p:nvPicPr>
        <p:blipFill>
          <a:blip r:embed="rId1"/>
          <a:srcRect l="0" t="0" r="6957" b="0"/>
          <a:stretch/>
        </p:blipFill>
        <p:spPr>
          <a:xfrm>
            <a:off x="319320" y="1507680"/>
            <a:ext cx="11342520" cy="4704120"/>
          </a:xfrm>
          <a:prstGeom prst="rect">
            <a:avLst/>
          </a:prstGeom>
          <a:noFill/>
          <a:ln w="0">
            <a:noFill/>
          </a:ln>
        </p:spPr>
      </p:pic>
      <p:sp>
        <p:nvSpPr>
          <p:cNvPr id="390" name="CustomShape 1"/>
          <p:cNvSpPr/>
          <p:nvPr/>
        </p:nvSpPr>
        <p:spPr>
          <a:xfrm>
            <a:off x="319320" y="799560"/>
            <a:ext cx="5209200" cy="69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lang="en-IN" sz="2000" b="1" u="none" strike="noStrike">
                <a:solidFill>
                  <a:srgbClr val="ffffff"/>
                </a:solidFill>
                <a:effectLst/>
                <a:uFillTx/>
                <a:latin typeface="Century Gothic"/>
                <a:ea typeface="DejaVu Sans"/>
              </a:rPr>
              <a:t>Selecting Standard Cell Type : LATCH</a:t>
            </a:r>
            <a:endParaRPr lang="en-US" sz="2000" b="0" u="none" strike="noStrik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91" name="Picture 1"/>
          <p:cNvPicPr/>
          <p:nvPr/>
        </p:nvPicPr>
        <p:blipFill>
          <a:blip r:embed="rId1"/>
          <a:srcRect l="0" t="1446" r="4338" b="2000"/>
          <a:stretch/>
        </p:blipFill>
        <p:spPr>
          <a:xfrm>
            <a:off x="77760" y="931680"/>
            <a:ext cx="11661840" cy="5838840"/>
          </a:xfrm>
          <a:prstGeom prst="rect">
            <a:avLst/>
          </a:prstGeom>
          <a:noFill/>
          <a:ln w="0">
            <a:noFill/>
          </a:ln>
        </p:spPr>
      </p:pic>
      <p:sp>
        <p:nvSpPr>
          <p:cNvPr id="392" name="CustomShape 1"/>
          <p:cNvSpPr/>
          <p:nvPr/>
        </p:nvSpPr>
        <p:spPr>
          <a:xfrm>
            <a:off x="77760" y="367920"/>
            <a:ext cx="3803040" cy="69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lang="en-IN" sz="2000" b="1" u="none" strike="noStrike">
                <a:solidFill>
                  <a:srgbClr val="ffffff"/>
                </a:solidFill>
                <a:effectLst/>
                <a:uFillTx/>
                <a:latin typeface="Century Gothic"/>
                <a:ea typeface="DejaVu Sans"/>
              </a:rPr>
              <a:t>Displaying Pin Information</a:t>
            </a:r>
            <a:endParaRPr lang="en-US" sz="2000" b="0" u="none" strike="noStrik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93" name="Picture 1"/>
          <p:cNvPicPr/>
          <p:nvPr/>
        </p:nvPicPr>
        <p:blipFill>
          <a:blip r:embed="rId1"/>
          <a:srcRect l="2052" t="0" r="3632" b="0"/>
          <a:stretch/>
        </p:blipFill>
        <p:spPr>
          <a:xfrm>
            <a:off x="293400" y="1810440"/>
            <a:ext cx="11498040" cy="3771000"/>
          </a:xfrm>
          <a:prstGeom prst="rect">
            <a:avLst/>
          </a:prstGeom>
          <a:noFill/>
          <a:ln w="0">
            <a:noFill/>
          </a:ln>
        </p:spPr>
      </p:pic>
      <p:sp>
        <p:nvSpPr>
          <p:cNvPr id="394" name="CustomShape 1"/>
          <p:cNvSpPr/>
          <p:nvPr/>
        </p:nvSpPr>
        <p:spPr>
          <a:xfrm>
            <a:off x="293400" y="1075320"/>
            <a:ext cx="3803040" cy="699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lang="en-IN" sz="2000" b="1" u="none" strike="noStrike">
                <a:solidFill>
                  <a:srgbClr val="ffffff"/>
                </a:solidFill>
                <a:effectLst/>
                <a:uFillTx/>
                <a:latin typeface="Century Gothic"/>
                <a:ea typeface="DejaVu Sans"/>
              </a:rPr>
              <a:t>Displaying Pin Information</a:t>
            </a:r>
            <a:endParaRPr lang="en-US" sz="2000" b="0" u="none" strike="noStrik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95" name="Picture 1"/>
          <p:cNvPicPr/>
          <p:nvPr/>
        </p:nvPicPr>
        <p:blipFill>
          <a:blip r:embed="rId1"/>
          <a:srcRect l="0" t="0" r="3207" b="0"/>
          <a:stretch/>
        </p:blipFill>
        <p:spPr>
          <a:xfrm>
            <a:off x="137880" y="1461960"/>
            <a:ext cx="11799720" cy="4209120"/>
          </a:xfrm>
          <a:prstGeom prst="rect">
            <a:avLst/>
          </a:prstGeom>
          <a:noFill/>
          <a:ln w="0">
            <a:noFill/>
          </a:ln>
        </p:spPr>
      </p:pic>
      <p:sp>
        <p:nvSpPr>
          <p:cNvPr id="396" name="CustomShape 1"/>
          <p:cNvSpPr/>
          <p:nvPr/>
        </p:nvSpPr>
        <p:spPr>
          <a:xfrm>
            <a:off x="137880" y="816480"/>
            <a:ext cx="3803040" cy="394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lang="en-IN" sz="2000" b="1" u="none" strike="noStrike">
                <a:solidFill>
                  <a:srgbClr val="ffffff"/>
                </a:solidFill>
                <a:effectLst/>
                <a:uFillTx/>
                <a:latin typeface="Century Gothic"/>
                <a:ea typeface="DejaVu Sans"/>
              </a:rPr>
              <a:t>Displaying Total Runtime</a:t>
            </a:r>
            <a:endParaRPr lang="en-US" sz="2000" b="0" u="none" strike="noStrik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7" name="CustomShape 1"/>
          <p:cNvSpPr/>
          <p:nvPr/>
        </p:nvSpPr>
        <p:spPr>
          <a:xfrm>
            <a:off x="1380240" y="1780560"/>
            <a:ext cx="3846240" cy="1186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lang="en-IN" sz="3600" b="1" u="none" strike="noStrike">
                <a:solidFill>
                  <a:srgbClr val="ffffff"/>
                </a:solidFill>
                <a:effectLst/>
                <a:uFillTx/>
                <a:latin typeface="Century Gothic"/>
                <a:ea typeface="DejaVu Sans"/>
              </a:rPr>
              <a:t>HTML OUTPUT</a:t>
            </a:r>
            <a:endParaRPr lang="en-US" sz="3600" b="0" u="none" strike="noStrike">
              <a:solidFill>
                <a:srgbClr val="ffffff"/>
              </a:solidFill>
              <a:effectLst/>
              <a:uFillTx/>
              <a:latin typeface="Noto Serif"/>
            </a:endParaRPr>
          </a:p>
        </p:txBody>
      </p:sp>
      <p:sp>
        <p:nvSpPr>
          <p:cNvPr id="398" name="CustomShape 2"/>
          <p:cNvSpPr/>
          <p:nvPr/>
        </p:nvSpPr>
        <p:spPr>
          <a:xfrm>
            <a:off x="1380240" y="2976480"/>
            <a:ext cx="3492720" cy="17956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lang="en-IN" sz="2800" b="1" u="none" strike="noStrike">
                <a:solidFill>
                  <a:srgbClr val="ffffff"/>
                </a:solidFill>
                <a:effectLst/>
                <a:uFillTx/>
                <a:latin typeface="Century Gothic"/>
                <a:ea typeface="DejaVu Sans"/>
              </a:rPr>
              <a:t>Here’s the tabulated HTML Output in E-Mail.</a:t>
            </a:r>
            <a:endParaRPr lang="en-US" sz="2800" b="0" u="none" strike="noStrike">
              <a:solidFill>
                <a:srgbClr val="ffffff"/>
              </a:solidFill>
              <a:effectLst/>
              <a:uFillTx/>
              <a:latin typeface="Noto Serif"/>
            </a:endParaRPr>
          </a:p>
        </p:txBody>
      </p:sp>
      <p:pic>
        <p:nvPicPr>
          <p:cNvPr id="399" name="Picture 3"/>
          <p:cNvPicPr/>
          <p:nvPr/>
        </p:nvPicPr>
        <p:blipFill>
          <a:blip r:embed="rId1"/>
          <a:srcRect l="11857" t="9820" r="29767" b="0"/>
          <a:stretch/>
        </p:blipFill>
        <p:spPr>
          <a:xfrm>
            <a:off x="6676560" y="337680"/>
            <a:ext cx="2067840" cy="3339000"/>
          </a:xfrm>
          <a:prstGeom prst="rect">
            <a:avLst/>
          </a:prstGeom>
          <a:noFill/>
          <a:ln w="0">
            <a:noFill/>
          </a:ln>
        </p:spPr>
      </p:pic>
      <p:pic>
        <p:nvPicPr>
          <p:cNvPr id="400" name="Picture 6"/>
          <p:cNvPicPr/>
          <p:nvPr/>
        </p:nvPicPr>
        <p:blipFill>
          <a:blip r:embed="rId2"/>
          <a:srcRect l="11752" t="3637" r="26164" b="17382"/>
          <a:stretch/>
        </p:blipFill>
        <p:spPr>
          <a:xfrm>
            <a:off x="6676560" y="3677760"/>
            <a:ext cx="2067480" cy="2869920"/>
          </a:xfrm>
          <a:prstGeom prst="rect">
            <a:avLst/>
          </a:prstGeom>
          <a:noFill/>
          <a:ln w="0">
            <a:noFill/>
          </a:ln>
        </p:spPr>
      </p:pic>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1" name="CustomShape 1"/>
          <p:cNvSpPr/>
          <p:nvPr/>
        </p:nvSpPr>
        <p:spPr>
          <a:xfrm>
            <a:off x="1799280" y="2997720"/>
            <a:ext cx="3616920" cy="871200"/>
          </a:xfrm>
          <a:prstGeom prst="rect">
            <a:avLst/>
          </a:prstGeom>
          <a:noFill/>
          <a:ln w="0">
            <a:noFill/>
          </a:ln>
          <a:effectLst>
            <a:outerShdw dir="0" dist="0">
              <a:srgbClr val="000000">
                <a:alpha val="60000"/>
              </a:srgbClr>
            </a:outerShdw>
          </a:effectLst>
        </p:spPr>
        <p:style>
          <a:lnRef idx="0"/>
          <a:fillRef idx="0"/>
          <a:effectRef idx="0"/>
          <a:fontRef idx="minor"/>
        </p:style>
        <p:txBody>
          <a:bodyPr lIns="90000" rIns="90000" tIns="45000" bIns="45000" anchor="b">
            <a:noAutofit/>
          </a:bodyPr>
          <a:p>
            <a:pPr>
              <a:lnSpc>
                <a:spcPct val="100000"/>
              </a:lnSpc>
            </a:pPr>
            <a:r>
              <a:rPr lang="en-IN" sz="4800" b="1" u="none" strike="noStrike">
                <a:solidFill>
                  <a:srgbClr val="fefefe"/>
                </a:solidFill>
                <a:effectLst/>
                <a:uFillTx/>
                <a:latin typeface="Century Gothic"/>
                <a:ea typeface="DejaVu Sans"/>
              </a:rPr>
              <a:t>THANK YOU</a:t>
            </a:r>
            <a:endParaRPr lang="en-US" sz="4800" b="0" u="none" strike="noStrike">
              <a:solidFill>
                <a:srgbClr val="ffffff"/>
              </a:solidFill>
              <a:effectLst/>
              <a:uFillTx/>
              <a:latin typeface="Noto Serif"/>
            </a:endParaRPr>
          </a:p>
        </p:txBody>
      </p:sp>
      <p:sp>
        <p:nvSpPr>
          <p:cNvPr id="402" name="CustomShape 2"/>
          <p:cNvSpPr/>
          <p:nvPr/>
        </p:nvSpPr>
        <p:spPr>
          <a:xfrm>
            <a:off x="6156000" y="2286000"/>
            <a:ext cx="5764680" cy="2294280"/>
          </a:xfrm>
          <a:prstGeom prst="rect">
            <a:avLst/>
          </a:prstGeom>
          <a:noFill/>
          <a:ln w="0">
            <a:noFill/>
          </a:ln>
          <a:effectLst>
            <a:outerShdw dir="0" dist="0">
              <a:srgbClr val="000000">
                <a:alpha val="40000"/>
              </a:srgbClr>
            </a:outerShdw>
          </a:effectLst>
        </p:spPr>
        <p:style>
          <a:lnRef idx="0"/>
          <a:fillRef idx="0"/>
          <a:effectRef idx="0"/>
          <a:fontRef idx="minor"/>
        </p:style>
        <p:txBody>
          <a:bodyPr lIns="90000" rIns="90000" tIns="45000" bIns="45000" anchor="t">
            <a:normAutofit/>
          </a:bodyPr>
          <a:p>
            <a:pPr>
              <a:lnSpc>
                <a:spcPct val="100000"/>
              </a:lnSpc>
              <a:spcBef>
                <a:spcPts val="360"/>
              </a:spcBef>
              <a:spcAft>
                <a:spcPts val="601"/>
              </a:spcAft>
            </a:pPr>
            <a:r>
              <a:rPr lang="en-IN" sz="1800" b="0" u="none" strike="noStrike">
                <a:solidFill>
                  <a:srgbClr val="ffffff"/>
                </a:solidFill>
                <a:effectLst/>
                <a:uFillTx/>
                <a:latin typeface="Century Gothic"/>
                <a:ea typeface="DejaVu Sans"/>
              </a:rPr>
              <a:t>Team:</a:t>
            </a:r>
            <a:endParaRPr lang="en-US" sz="1800" b="0" u="none" strike="noStrike">
              <a:solidFill>
                <a:srgbClr val="ffffff"/>
              </a:solidFill>
              <a:effectLst/>
              <a:uFillTx/>
              <a:latin typeface="Noto Serif"/>
            </a:endParaRPr>
          </a:p>
          <a:p>
            <a:pPr>
              <a:lnSpc>
                <a:spcPct val="100000"/>
              </a:lnSpc>
              <a:spcBef>
                <a:spcPts val="360"/>
              </a:spcBef>
              <a:spcAft>
                <a:spcPts val="601"/>
              </a:spcAft>
            </a:pPr>
            <a:r>
              <a:rPr lang="en-IN" sz="1800" b="0" u="none" strike="noStrike">
                <a:solidFill>
                  <a:srgbClr val="ffffff"/>
                </a:solidFill>
                <a:effectLst/>
                <a:uFillTx/>
                <a:latin typeface="Century Gothic"/>
                <a:ea typeface="DejaVu Sans"/>
              </a:rPr>
              <a:t>Kajal </a:t>
            </a:r>
            <a:r>
              <a:rPr lang="en-IN" sz="1800" b="1" u="none" strike="noStrike">
                <a:solidFill>
                  <a:srgbClr val="ffffff"/>
                </a:solidFill>
                <a:effectLst/>
                <a:uFillTx/>
                <a:latin typeface="Century Gothic"/>
                <a:ea typeface="DejaVu Sans"/>
              </a:rPr>
              <a:t>Pathak</a:t>
            </a:r>
            <a:r>
              <a:rPr lang="en-IN" sz="1800" b="0" u="none" strike="noStrike">
                <a:solidFill>
                  <a:srgbClr val="ffffff"/>
                </a:solidFill>
                <a:effectLst/>
                <a:uFillTx/>
                <a:latin typeface="Century Gothic"/>
                <a:ea typeface="DejaVu Sans"/>
              </a:rPr>
              <a:t>	</a:t>
            </a:r>
            <a:r>
              <a:rPr lang="en-IN" sz="1800" b="0" u="none" strike="noStrike">
                <a:solidFill>
                  <a:srgbClr val="ffffff"/>
                </a:solidFill>
                <a:effectLst/>
                <a:uFillTx/>
                <a:latin typeface="Century Gothic"/>
                <a:ea typeface="DejaVu Sans"/>
              </a:rPr>
              <a:t>Nikhil </a:t>
            </a:r>
            <a:r>
              <a:rPr lang="en-IN" sz="1800" b="1" u="none" strike="noStrike">
                <a:solidFill>
                  <a:srgbClr val="ffffff"/>
                </a:solidFill>
                <a:effectLst/>
                <a:uFillTx/>
                <a:latin typeface="Century Gothic"/>
                <a:ea typeface="DejaVu Sans"/>
              </a:rPr>
              <a:t>Jain</a:t>
            </a:r>
            <a:r>
              <a:rPr lang="en-IN" sz="1800" b="1" u="none" strike="noStrike">
                <a:solidFill>
                  <a:srgbClr val="ffffff"/>
                </a:solidFill>
                <a:effectLst/>
                <a:uFillTx/>
                <a:latin typeface="Century Gothic"/>
                <a:ea typeface="DejaVu Sans"/>
              </a:rPr>
              <a:t>	</a:t>
            </a:r>
            <a:r>
              <a:rPr lang="en-IN" sz="1800" b="1" u="none" strike="noStrike">
                <a:solidFill>
                  <a:srgbClr val="ffffff"/>
                </a:solidFill>
                <a:effectLst/>
                <a:uFillTx/>
                <a:latin typeface="Century Gothic"/>
                <a:ea typeface="DejaVu Sans"/>
              </a:rPr>
              <a:t>Sarosh</a:t>
            </a:r>
            <a:endParaRPr lang="en-US" sz="1800" b="0" u="none" strike="noStrike">
              <a:solidFill>
                <a:srgbClr val="ffffff"/>
              </a:solidFill>
              <a:effectLst/>
              <a:uFillTx/>
              <a:latin typeface="Noto Serif"/>
            </a:endParaRPr>
          </a:p>
          <a:p>
            <a:pPr>
              <a:lnSpc>
                <a:spcPct val="100000"/>
              </a:lnSpc>
              <a:spcBef>
                <a:spcPts val="360"/>
              </a:spcBef>
              <a:spcAft>
                <a:spcPts val="601"/>
              </a:spcAft>
            </a:pPr>
            <a:endParaRPr lang="en-US" sz="1800" b="0" u="none" strike="noStrike">
              <a:solidFill>
                <a:srgbClr val="ffffff"/>
              </a:solidFill>
              <a:effectLst/>
              <a:uFillTx/>
              <a:latin typeface="Noto Serif"/>
            </a:endParaRPr>
          </a:p>
          <a:p>
            <a:pPr>
              <a:lnSpc>
                <a:spcPct val="100000"/>
              </a:lnSpc>
              <a:spcBef>
                <a:spcPts val="360"/>
              </a:spcBef>
              <a:spcAft>
                <a:spcPts val="601"/>
              </a:spcAft>
            </a:pPr>
            <a:r>
              <a:rPr lang="en-IN" sz="1800" b="0" u="none" strike="noStrike">
                <a:solidFill>
                  <a:srgbClr val="ffffff"/>
                </a:solidFill>
                <a:effectLst/>
                <a:uFillTx/>
                <a:latin typeface="Century Gothic"/>
                <a:ea typeface="DejaVu Sans"/>
              </a:rPr>
              <a:t>Project Buddy:</a:t>
            </a:r>
            <a:endParaRPr lang="en-US" sz="1800" b="0" u="none" strike="noStrike">
              <a:solidFill>
                <a:srgbClr val="ffffff"/>
              </a:solidFill>
              <a:effectLst/>
              <a:uFillTx/>
              <a:latin typeface="Noto Serif"/>
            </a:endParaRPr>
          </a:p>
          <a:p>
            <a:pPr>
              <a:lnSpc>
                <a:spcPct val="100000"/>
              </a:lnSpc>
              <a:spcBef>
                <a:spcPts val="360"/>
              </a:spcBef>
              <a:spcAft>
                <a:spcPts val="601"/>
              </a:spcAft>
            </a:pPr>
            <a:r>
              <a:rPr lang="en-IN" sz="1800" b="0" u="none" strike="noStrike">
                <a:solidFill>
                  <a:srgbClr val="ffffff"/>
                </a:solidFill>
                <a:effectLst/>
                <a:uFillTx/>
                <a:latin typeface="Century Gothic"/>
                <a:ea typeface="DejaVu Sans"/>
              </a:rPr>
              <a:t>Vashu </a:t>
            </a:r>
            <a:r>
              <a:rPr lang="en-IN" sz="1800" b="1" u="none" strike="noStrike">
                <a:solidFill>
                  <a:srgbClr val="ffffff"/>
                </a:solidFill>
                <a:effectLst/>
                <a:uFillTx/>
                <a:latin typeface="Century Gothic"/>
                <a:ea typeface="DejaVu Sans"/>
              </a:rPr>
              <a:t>Yadav</a:t>
            </a:r>
            <a:endParaRPr lang="en-US" sz="1800" b="0" u="none" strike="noStrike">
              <a:solidFill>
                <a:srgbClr val="ffffff"/>
              </a:solidFill>
              <a:effectLst/>
              <a:uFillTx/>
              <a:latin typeface="Noto Serif"/>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212121"/>
      </a:dk2>
      <a:lt2>
        <a:srgbClr val="636363"/>
      </a:lt2>
      <a:accent1>
        <a:srgbClr val="f03b5e"/>
      </a:accent1>
      <a:accent2>
        <a:srgbClr val="dc6fec"/>
      </a:accent2>
      <a:accent3>
        <a:srgbClr val="60b1f2"/>
      </a:accent3>
      <a:accent4>
        <a:srgbClr val="6ad5bb"/>
      </a:accent4>
      <a:accent5>
        <a:srgbClr val="e8ab4e"/>
      </a:accent5>
      <a:accent6>
        <a:srgbClr val="f56447"/>
      </a:accent6>
      <a:hlink>
        <a:srgbClr val="8f8f8f"/>
      </a:hlink>
      <a:folHlink>
        <a:srgbClr val="a5a5a5"/>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212121"/>
      </a:dk2>
      <a:lt2>
        <a:srgbClr val="636363"/>
      </a:lt2>
      <a:accent1>
        <a:srgbClr val="f03b5e"/>
      </a:accent1>
      <a:accent2>
        <a:srgbClr val="dc6fec"/>
      </a:accent2>
      <a:accent3>
        <a:srgbClr val="60b1f2"/>
      </a:accent3>
      <a:accent4>
        <a:srgbClr val="6ad5bb"/>
      </a:accent4>
      <a:accent5>
        <a:srgbClr val="e8ab4e"/>
      </a:accent5>
      <a:accent6>
        <a:srgbClr val="f56447"/>
      </a:accent6>
      <a:hlink>
        <a:srgbClr val="8f8f8f"/>
      </a:hlink>
      <a:folHlink>
        <a:srgbClr val="a5a5a5"/>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212121"/>
      </a:dk2>
      <a:lt2>
        <a:srgbClr val="636363"/>
      </a:lt2>
      <a:accent1>
        <a:srgbClr val="f03b5e"/>
      </a:accent1>
      <a:accent2>
        <a:srgbClr val="dc6fec"/>
      </a:accent2>
      <a:accent3>
        <a:srgbClr val="60b1f2"/>
      </a:accent3>
      <a:accent4>
        <a:srgbClr val="6ad5bb"/>
      </a:accent4>
      <a:accent5>
        <a:srgbClr val="e8ab4e"/>
      </a:accent5>
      <a:accent6>
        <a:srgbClr val="f56447"/>
      </a:accent6>
      <a:hlink>
        <a:srgbClr val="8f8f8f"/>
      </a:hlink>
      <a:folHlink>
        <a:srgbClr val="a5a5a5"/>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212121"/>
      </a:dk2>
      <a:lt2>
        <a:srgbClr val="636363"/>
      </a:lt2>
      <a:accent1>
        <a:srgbClr val="f03b5e"/>
      </a:accent1>
      <a:accent2>
        <a:srgbClr val="dc6fec"/>
      </a:accent2>
      <a:accent3>
        <a:srgbClr val="60b1f2"/>
      </a:accent3>
      <a:accent4>
        <a:srgbClr val="6ad5bb"/>
      </a:accent4>
      <a:accent5>
        <a:srgbClr val="e8ab4e"/>
      </a:accent5>
      <a:accent6>
        <a:srgbClr val="f56447"/>
      </a:accent6>
      <a:hlink>
        <a:srgbClr val="8f8f8f"/>
      </a:hlink>
      <a:folHlink>
        <a:srgbClr val="a5a5a5"/>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212121"/>
      </a:dk2>
      <a:lt2>
        <a:srgbClr val="636363"/>
      </a:lt2>
      <a:accent1>
        <a:srgbClr val="f03b5e"/>
      </a:accent1>
      <a:accent2>
        <a:srgbClr val="dc6fec"/>
      </a:accent2>
      <a:accent3>
        <a:srgbClr val="60b1f2"/>
      </a:accent3>
      <a:accent4>
        <a:srgbClr val="6ad5bb"/>
      </a:accent4>
      <a:accent5>
        <a:srgbClr val="e8ab4e"/>
      </a:accent5>
      <a:accent6>
        <a:srgbClr val="f56447"/>
      </a:accent6>
      <a:hlink>
        <a:srgbClr val="8f8f8f"/>
      </a:hlink>
      <a:folHlink>
        <a:srgbClr val="a5a5a5"/>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212121"/>
      </a:dk2>
      <a:lt2>
        <a:srgbClr val="636363"/>
      </a:lt2>
      <a:accent1>
        <a:srgbClr val="f03b5e"/>
      </a:accent1>
      <a:accent2>
        <a:srgbClr val="dc6fec"/>
      </a:accent2>
      <a:accent3>
        <a:srgbClr val="60b1f2"/>
      </a:accent3>
      <a:accent4>
        <a:srgbClr val="6ad5bb"/>
      </a:accent4>
      <a:accent5>
        <a:srgbClr val="e8ab4e"/>
      </a:accent5>
      <a:accent6>
        <a:srgbClr val="f56447"/>
      </a:accent6>
      <a:hlink>
        <a:srgbClr val="8f8f8f"/>
      </a:hlink>
      <a:folHlink>
        <a:srgbClr val="a5a5a5"/>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212121"/>
      </a:dk2>
      <a:lt2>
        <a:srgbClr val="636363"/>
      </a:lt2>
      <a:accent1>
        <a:srgbClr val="f03b5e"/>
      </a:accent1>
      <a:accent2>
        <a:srgbClr val="dc6fec"/>
      </a:accent2>
      <a:accent3>
        <a:srgbClr val="60b1f2"/>
      </a:accent3>
      <a:accent4>
        <a:srgbClr val="6ad5bb"/>
      </a:accent4>
      <a:accent5>
        <a:srgbClr val="e8ab4e"/>
      </a:accent5>
      <a:accent6>
        <a:srgbClr val="f56447"/>
      </a:accent6>
      <a:hlink>
        <a:srgbClr val="8f8f8f"/>
      </a:hlink>
      <a:folHlink>
        <a:srgbClr val="a5a5a5"/>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TM03457503[[fn=Quotable]]</Template>
  <TotalTime>139</TotalTime>
  <Application>LibreOffice/25.8.7.3$Linux_X86_64 LibreOffice_project/580$Build-3</Application>
  <AppVersion>15.0000</AppVersion>
  <Words>813</Words>
  <Paragraphs>110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2020-04-12T14:41:05Z</dcterms:created>
  <dc:creator>Mayank Shrivastava</dc:creator>
  <dc:description/>
  <dc:language>en-IN</dc:language>
  <cp:lastModifiedBy/>
  <dcterms:modified xsi:type="dcterms:W3CDTF">2026-06-07T09:58:02Z</dcterms:modified>
  <cp:revision>28</cp:revision>
  <dc:subject/>
  <dc:title>Extraction of Cell Parameters from .lib files in a tabulated format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0</vt:i4>
  </property>
  <property fmtid="{D5CDD505-2E9C-101B-9397-08002B2CF9AE}" pid="3" name="HyperlinksChanged">
    <vt:bool>0</vt:bool>
  </property>
  <property fmtid="{D5CDD505-2E9C-101B-9397-08002B2CF9AE}" pid="4" name="LinksUpToDate">
    <vt:bool>0</vt:bool>
  </property>
  <property fmtid="{D5CDD505-2E9C-101B-9397-08002B2CF9AE}" pid="5" name="MMClips">
    <vt:i4>0</vt:i4>
  </property>
  <property fmtid="{D5CDD505-2E9C-101B-9397-08002B2CF9AE}" pid="6" name="Notes">
    <vt:i4>0</vt:i4>
  </property>
  <property fmtid="{D5CDD505-2E9C-101B-9397-08002B2CF9AE}" pid="7" name="PresentationFormat">
    <vt:lpwstr>Widescreen</vt:lpwstr>
  </property>
  <property fmtid="{D5CDD505-2E9C-101B-9397-08002B2CF9AE}" pid="8" name="ScaleCrop">
    <vt:bool>0</vt:bool>
  </property>
  <property fmtid="{D5CDD505-2E9C-101B-9397-08002B2CF9AE}" pid="9" name="ShareDoc">
    <vt:bool>0</vt:bool>
  </property>
  <property fmtid="{D5CDD505-2E9C-101B-9397-08002B2CF9AE}" pid="10" name="Slides">
    <vt:i4>37</vt:i4>
  </property>
</Properties>
</file>